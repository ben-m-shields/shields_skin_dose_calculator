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in Shields" userId="53f5da43-fd34-4a7c-8d14-38b17128eb74" providerId="ADAL" clId="{9E3A7625-73E5-4B1E-9885-A2BB3BD4418A}"/>
    <pc:docChg chg="undo custSel modSld">
      <pc:chgData name="Benjamin Shields" userId="53f5da43-fd34-4a7c-8d14-38b17128eb74" providerId="ADAL" clId="{9E3A7625-73E5-4B1E-9885-A2BB3BD4418A}" dt="2025-05-23T01:54:58.818" v="115" actId="403"/>
      <pc:docMkLst>
        <pc:docMk/>
      </pc:docMkLst>
      <pc:sldChg chg="addSp delSp modSp mod">
        <pc:chgData name="Benjamin Shields" userId="53f5da43-fd34-4a7c-8d14-38b17128eb74" providerId="ADAL" clId="{9E3A7625-73E5-4B1E-9885-A2BB3BD4418A}" dt="2025-05-23T00:49:25.794" v="62" actId="403"/>
        <pc:sldMkLst>
          <pc:docMk/>
          <pc:sldMk cId="2064039774" sldId="256"/>
        </pc:sldMkLst>
        <pc:spChg chg="mod">
          <ac:chgData name="Benjamin Shields" userId="53f5da43-fd34-4a7c-8d14-38b17128eb74" providerId="ADAL" clId="{9E3A7625-73E5-4B1E-9885-A2BB3BD4418A}" dt="2025-05-23T00:49:25.794" v="62" actId="403"/>
          <ac:spMkLst>
            <pc:docMk/>
            <pc:sldMk cId="2064039774" sldId="256"/>
            <ac:spMk id="2" creationId="{E7A0A97B-4373-2B28-6D2A-635EED931EFB}"/>
          </ac:spMkLst>
        </pc:spChg>
        <pc:picChg chg="add mod modCrop">
          <ac:chgData name="Benjamin Shields" userId="53f5da43-fd34-4a7c-8d14-38b17128eb74" providerId="ADAL" clId="{9E3A7625-73E5-4B1E-9885-A2BB3BD4418A}" dt="2025-05-23T00:46:48.907" v="43" actId="14100"/>
          <ac:picMkLst>
            <pc:docMk/>
            <pc:sldMk cId="2064039774" sldId="256"/>
            <ac:picMk id="4" creationId="{EBBC4C06-D94D-F958-C2A5-0BC45998D2B5}"/>
          </ac:picMkLst>
        </pc:picChg>
        <pc:picChg chg="del">
          <ac:chgData name="Benjamin Shields" userId="53f5da43-fd34-4a7c-8d14-38b17128eb74" providerId="ADAL" clId="{9E3A7625-73E5-4B1E-9885-A2BB3BD4418A}" dt="2025-05-23T00:42:49.703" v="23" actId="478"/>
          <ac:picMkLst>
            <pc:docMk/>
            <pc:sldMk cId="2064039774" sldId="256"/>
            <ac:picMk id="7" creationId="{9F892211-0BDE-2B61-F6A6-BB9008A9F92C}"/>
          </ac:picMkLst>
        </pc:picChg>
        <pc:picChg chg="add mod modCrop">
          <ac:chgData name="Benjamin Shields" userId="53f5da43-fd34-4a7c-8d14-38b17128eb74" providerId="ADAL" clId="{9E3A7625-73E5-4B1E-9885-A2BB3BD4418A}" dt="2025-05-23T00:46:34.193" v="40" actId="1076"/>
          <ac:picMkLst>
            <pc:docMk/>
            <pc:sldMk cId="2064039774" sldId="256"/>
            <ac:picMk id="8" creationId="{4289356B-FD4F-DD43-F136-4869CCB99FF9}"/>
          </ac:picMkLst>
        </pc:picChg>
        <pc:picChg chg="add del">
          <ac:chgData name="Benjamin Shields" userId="53f5da43-fd34-4a7c-8d14-38b17128eb74" providerId="ADAL" clId="{9E3A7625-73E5-4B1E-9885-A2BB3BD4418A}" dt="2025-05-23T00:46:17.505" v="35" actId="478"/>
          <ac:picMkLst>
            <pc:docMk/>
            <pc:sldMk cId="2064039774" sldId="256"/>
            <ac:picMk id="9" creationId="{A8596512-0805-E872-1150-5DB9CC53F3C6}"/>
          </ac:picMkLst>
        </pc:picChg>
        <pc:picChg chg="del">
          <ac:chgData name="Benjamin Shields" userId="53f5da43-fd34-4a7c-8d14-38b17128eb74" providerId="ADAL" clId="{9E3A7625-73E5-4B1E-9885-A2BB3BD4418A}" dt="2025-05-23T00:49:03.697" v="48" actId="478"/>
          <ac:picMkLst>
            <pc:docMk/>
            <pc:sldMk cId="2064039774" sldId="256"/>
            <ac:picMk id="11" creationId="{EF08EBC5-4FAB-DE00-8BD7-F7F34A3F26F5}"/>
          </ac:picMkLst>
        </pc:picChg>
        <pc:picChg chg="add mod modCrop">
          <ac:chgData name="Benjamin Shields" userId="53f5da43-fd34-4a7c-8d14-38b17128eb74" providerId="ADAL" clId="{9E3A7625-73E5-4B1E-9885-A2BB3BD4418A}" dt="2025-05-23T00:49:18.218" v="58" actId="1036"/>
          <ac:picMkLst>
            <pc:docMk/>
            <pc:sldMk cId="2064039774" sldId="256"/>
            <ac:picMk id="12" creationId="{8ABFCD7D-4F95-9FB3-6B8C-2C3F45E969C0}"/>
          </ac:picMkLst>
        </pc:picChg>
      </pc:sldChg>
      <pc:sldChg chg="addSp delSp modSp mod">
        <pc:chgData name="Benjamin Shields" userId="53f5da43-fd34-4a7c-8d14-38b17128eb74" providerId="ADAL" clId="{9E3A7625-73E5-4B1E-9885-A2BB3BD4418A}" dt="2025-05-23T01:28:46.766" v="98" actId="14100"/>
        <pc:sldMkLst>
          <pc:docMk/>
          <pc:sldMk cId="3740154550" sldId="257"/>
        </pc:sldMkLst>
        <pc:picChg chg="del">
          <ac:chgData name="Benjamin Shields" userId="53f5da43-fd34-4a7c-8d14-38b17128eb74" providerId="ADAL" clId="{9E3A7625-73E5-4B1E-9885-A2BB3BD4418A}" dt="2025-05-23T01:24:34.662" v="66" actId="478"/>
          <ac:picMkLst>
            <pc:docMk/>
            <pc:sldMk cId="3740154550" sldId="257"/>
            <ac:picMk id="3" creationId="{ACCF6BBD-32B9-C0B6-96C5-BCC2928A62D0}"/>
          </ac:picMkLst>
        </pc:picChg>
        <pc:picChg chg="add del">
          <ac:chgData name="Benjamin Shields" userId="53f5da43-fd34-4a7c-8d14-38b17128eb74" providerId="ADAL" clId="{9E3A7625-73E5-4B1E-9885-A2BB3BD4418A}" dt="2025-05-23T01:24:03.382" v="65" actId="478"/>
          <ac:picMkLst>
            <pc:docMk/>
            <pc:sldMk cId="3740154550" sldId="257"/>
            <ac:picMk id="4" creationId="{AA5F71B5-FAE1-7E66-CA80-AB2522EAA05E}"/>
          </ac:picMkLst>
        </pc:picChg>
        <pc:picChg chg="del">
          <ac:chgData name="Benjamin Shields" userId="53f5da43-fd34-4a7c-8d14-38b17128eb74" providerId="ADAL" clId="{9E3A7625-73E5-4B1E-9885-A2BB3BD4418A}" dt="2025-05-23T01:28:22.631" v="88" actId="478"/>
          <ac:picMkLst>
            <pc:docMk/>
            <pc:sldMk cId="3740154550" sldId="257"/>
            <ac:picMk id="6" creationId="{983C75B1-E48B-4BA6-E911-2C85AECA0CCF}"/>
          </ac:picMkLst>
        </pc:picChg>
        <pc:picChg chg="mod modCrop">
          <ac:chgData name="Benjamin Shields" userId="53f5da43-fd34-4a7c-8d14-38b17128eb74" providerId="ADAL" clId="{9E3A7625-73E5-4B1E-9885-A2BB3BD4418A}" dt="2025-05-23T01:25:55.568" v="87" actId="732"/>
          <ac:picMkLst>
            <pc:docMk/>
            <pc:sldMk cId="3740154550" sldId="257"/>
            <ac:picMk id="7" creationId="{1EAD85F2-D28A-7A88-76D1-9645B1CFDFDE}"/>
          </ac:picMkLst>
        </pc:picChg>
        <pc:picChg chg="add mod modCrop">
          <ac:chgData name="Benjamin Shields" userId="53f5da43-fd34-4a7c-8d14-38b17128eb74" providerId="ADAL" clId="{9E3A7625-73E5-4B1E-9885-A2BB3BD4418A}" dt="2025-05-23T01:25:39.769" v="85" actId="1076"/>
          <ac:picMkLst>
            <pc:docMk/>
            <pc:sldMk cId="3740154550" sldId="257"/>
            <ac:picMk id="10" creationId="{784D230B-EB3A-C9CA-52D6-64D11EB1AAC3}"/>
          </ac:picMkLst>
        </pc:picChg>
        <pc:picChg chg="add mod modCrop">
          <ac:chgData name="Benjamin Shields" userId="53f5da43-fd34-4a7c-8d14-38b17128eb74" providerId="ADAL" clId="{9E3A7625-73E5-4B1E-9885-A2BB3BD4418A}" dt="2025-05-23T01:28:46.766" v="98" actId="14100"/>
          <ac:picMkLst>
            <pc:docMk/>
            <pc:sldMk cId="3740154550" sldId="257"/>
            <ac:picMk id="12" creationId="{1D132B42-D0AE-2075-D476-D543F913DA2F}"/>
          </ac:picMkLst>
        </pc:picChg>
      </pc:sldChg>
      <pc:sldChg chg="addSp delSp modSp mod">
        <pc:chgData name="Benjamin Shields" userId="53f5da43-fd34-4a7c-8d14-38b17128eb74" providerId="ADAL" clId="{9E3A7625-73E5-4B1E-9885-A2BB3BD4418A}" dt="2025-05-22T23:39:59.042" v="21" actId="14100"/>
        <pc:sldMkLst>
          <pc:docMk/>
          <pc:sldMk cId="3136534186" sldId="258"/>
        </pc:sldMkLst>
        <pc:picChg chg="add mod modCrop">
          <ac:chgData name="Benjamin Shields" userId="53f5da43-fd34-4a7c-8d14-38b17128eb74" providerId="ADAL" clId="{9E3A7625-73E5-4B1E-9885-A2BB3BD4418A}" dt="2025-05-22T23:39:59.042" v="21" actId="14100"/>
          <ac:picMkLst>
            <pc:docMk/>
            <pc:sldMk cId="3136534186" sldId="258"/>
            <ac:picMk id="3" creationId="{B7C1C75B-E7B3-C6F6-CA2D-D2D247CC2C56}"/>
          </ac:picMkLst>
        </pc:picChg>
        <pc:picChg chg="add mod">
          <ac:chgData name="Benjamin Shields" userId="53f5da43-fd34-4a7c-8d14-38b17128eb74" providerId="ADAL" clId="{9E3A7625-73E5-4B1E-9885-A2BB3BD4418A}" dt="2025-05-22T23:39:54.199" v="20" actId="14100"/>
          <ac:picMkLst>
            <pc:docMk/>
            <pc:sldMk cId="3136534186" sldId="258"/>
            <ac:picMk id="6" creationId="{CBD7E377-812B-0826-27C8-0C0095317EC4}"/>
          </ac:picMkLst>
        </pc:picChg>
        <pc:picChg chg="del">
          <ac:chgData name="Benjamin Shields" userId="53f5da43-fd34-4a7c-8d14-38b17128eb74" providerId="ADAL" clId="{9E3A7625-73E5-4B1E-9885-A2BB3BD4418A}" dt="2025-05-22T23:35:21.107" v="0" actId="478"/>
          <ac:picMkLst>
            <pc:docMk/>
            <pc:sldMk cId="3136534186" sldId="258"/>
            <ac:picMk id="7" creationId="{6DA8001F-0847-2D0F-9774-DDA78895E7B1}"/>
          </ac:picMkLst>
        </pc:picChg>
        <pc:picChg chg="del">
          <ac:chgData name="Benjamin Shields" userId="53f5da43-fd34-4a7c-8d14-38b17128eb74" providerId="ADAL" clId="{9E3A7625-73E5-4B1E-9885-A2BB3BD4418A}" dt="2025-05-22T23:37:29.908" v="8" actId="478"/>
          <ac:picMkLst>
            <pc:docMk/>
            <pc:sldMk cId="3136534186" sldId="258"/>
            <ac:picMk id="9" creationId="{55E0C3FD-3FE2-D215-9CC5-00B90F782495}"/>
          </ac:picMkLst>
        </pc:picChg>
        <pc:picChg chg="add mod">
          <ac:chgData name="Benjamin Shields" userId="53f5da43-fd34-4a7c-8d14-38b17128eb74" providerId="ADAL" clId="{9E3A7625-73E5-4B1E-9885-A2BB3BD4418A}" dt="2025-05-22T23:39:44.691" v="18" actId="14100"/>
          <ac:picMkLst>
            <pc:docMk/>
            <pc:sldMk cId="3136534186" sldId="258"/>
            <ac:picMk id="10" creationId="{7F36CA41-654F-28E6-D01D-F7284205BB94}"/>
          </ac:picMkLst>
        </pc:picChg>
        <pc:picChg chg="del">
          <ac:chgData name="Benjamin Shields" userId="53f5da43-fd34-4a7c-8d14-38b17128eb74" providerId="ADAL" clId="{9E3A7625-73E5-4B1E-9885-A2BB3BD4418A}" dt="2025-05-22T23:39:21.888" v="13" actId="478"/>
          <ac:picMkLst>
            <pc:docMk/>
            <pc:sldMk cId="3136534186" sldId="258"/>
            <ac:picMk id="11" creationId="{DA87D5D2-BAC1-300E-1FAD-E0B9C52741A8}"/>
          </ac:picMkLst>
        </pc:picChg>
      </pc:sldChg>
      <pc:sldChg chg="addSp delSp modSp mod">
        <pc:chgData name="Benjamin Shields" userId="53f5da43-fd34-4a7c-8d14-38b17128eb74" providerId="ADAL" clId="{9E3A7625-73E5-4B1E-9885-A2BB3BD4418A}" dt="2025-05-23T01:54:58.818" v="115" actId="403"/>
        <pc:sldMkLst>
          <pc:docMk/>
          <pc:sldMk cId="1832171651" sldId="259"/>
        </pc:sldMkLst>
        <pc:spChg chg="mod">
          <ac:chgData name="Benjamin Shields" userId="53f5da43-fd34-4a7c-8d14-38b17128eb74" providerId="ADAL" clId="{9E3A7625-73E5-4B1E-9885-A2BB3BD4418A}" dt="2025-05-23T01:54:58.818" v="115" actId="403"/>
          <ac:spMkLst>
            <pc:docMk/>
            <pc:sldMk cId="1832171651" sldId="259"/>
            <ac:spMk id="12" creationId="{3A64A3C8-15EC-C7CC-3575-2DDEA0992948}"/>
          </ac:spMkLst>
        </pc:spChg>
        <pc:picChg chg="add mod modCrop">
          <ac:chgData name="Benjamin Shields" userId="53f5da43-fd34-4a7c-8d14-38b17128eb74" providerId="ADAL" clId="{9E3A7625-73E5-4B1E-9885-A2BB3BD4418A}" dt="2025-05-23T01:53:11.635" v="105" actId="14100"/>
          <ac:picMkLst>
            <pc:docMk/>
            <pc:sldMk cId="1832171651" sldId="259"/>
            <ac:picMk id="3" creationId="{5271359D-461D-A74B-1DEF-5E3FE059D419}"/>
          </ac:picMkLst>
        </pc:picChg>
        <pc:picChg chg="mod">
          <ac:chgData name="Benjamin Shields" userId="53f5da43-fd34-4a7c-8d14-38b17128eb74" providerId="ADAL" clId="{9E3A7625-73E5-4B1E-9885-A2BB3BD4418A}" dt="2025-05-23T01:54:28.738" v="107" actId="1076"/>
          <ac:picMkLst>
            <pc:docMk/>
            <pc:sldMk cId="1832171651" sldId="259"/>
            <ac:picMk id="5" creationId="{45A4CEF2-9C57-56BE-4184-C61DE5B5D3DE}"/>
          </ac:picMkLst>
        </pc:picChg>
        <pc:picChg chg="add mod modCrop">
          <ac:chgData name="Benjamin Shields" userId="53f5da43-fd34-4a7c-8d14-38b17128eb74" providerId="ADAL" clId="{9E3A7625-73E5-4B1E-9885-A2BB3BD4418A}" dt="2025-05-23T01:54:47.901" v="113" actId="14100"/>
          <ac:picMkLst>
            <pc:docMk/>
            <pc:sldMk cId="1832171651" sldId="259"/>
            <ac:picMk id="6" creationId="{8A2324DB-A352-9353-0049-2E9EC7C5299C}"/>
          </ac:picMkLst>
        </pc:picChg>
        <pc:picChg chg="del">
          <ac:chgData name="Benjamin Shields" userId="53f5da43-fd34-4a7c-8d14-38b17128eb74" providerId="ADAL" clId="{9E3A7625-73E5-4B1E-9885-A2BB3BD4418A}" dt="2025-05-23T01:53:04.355" v="102" actId="478"/>
          <ac:picMkLst>
            <pc:docMk/>
            <pc:sldMk cId="1832171651" sldId="259"/>
            <ac:picMk id="9" creationId="{72B5B9D2-1110-4633-321A-30CE0EB5CFA3}"/>
          </ac:picMkLst>
        </pc:picChg>
        <pc:picChg chg="del">
          <ac:chgData name="Benjamin Shields" userId="53f5da43-fd34-4a7c-8d14-38b17128eb74" providerId="ADAL" clId="{9E3A7625-73E5-4B1E-9885-A2BB3BD4418A}" dt="2025-05-23T01:54:40.747" v="110" actId="478"/>
          <ac:picMkLst>
            <pc:docMk/>
            <pc:sldMk cId="1832171651" sldId="259"/>
            <ac:picMk id="11" creationId="{846C1BBC-165E-879B-DE67-6B925206ED2A}"/>
          </ac:picMkLst>
        </pc:picChg>
      </pc:sldChg>
    </pc:docChg>
  </pc:docChgLst>
  <pc:docChgLst>
    <pc:chgData name="Benjamin Shields" userId="53f5da43-fd34-4a7c-8d14-38b17128eb74" providerId="ADAL" clId="{7A56A28A-8B2F-481C-90AF-A3D03BE0BF37}"/>
    <pc:docChg chg="undo custSel addSld modSld">
      <pc:chgData name="Benjamin Shields" userId="53f5da43-fd34-4a7c-8d14-38b17128eb74" providerId="ADAL" clId="{7A56A28A-8B2F-481C-90AF-A3D03BE0BF37}" dt="2025-04-17T03:06:28.272" v="176" actId="1076"/>
      <pc:docMkLst>
        <pc:docMk/>
      </pc:docMkLst>
      <pc:sldChg chg="addSp modSp mod">
        <pc:chgData name="Benjamin Shields" userId="53f5da43-fd34-4a7c-8d14-38b17128eb74" providerId="ADAL" clId="{7A56A28A-8B2F-481C-90AF-A3D03BE0BF37}" dt="2025-04-17T03:06:28.272" v="176" actId="1076"/>
        <pc:sldMkLst>
          <pc:docMk/>
          <pc:sldMk cId="2064039774" sldId="256"/>
        </pc:sldMkLst>
        <pc:spChg chg="add mod">
          <ac:chgData name="Benjamin Shields" userId="53f5da43-fd34-4a7c-8d14-38b17128eb74" providerId="ADAL" clId="{7A56A28A-8B2F-481C-90AF-A3D03BE0BF37}" dt="2025-04-17T03:06:28.272" v="176" actId="1076"/>
          <ac:spMkLst>
            <pc:docMk/>
            <pc:sldMk cId="2064039774" sldId="256"/>
            <ac:spMk id="2" creationId="{E7A0A97B-4373-2B28-6D2A-635EED931EFB}"/>
          </ac:spMkLst>
        </pc:spChg>
      </pc:sldChg>
      <pc:sldChg chg="addSp modSp mod">
        <pc:chgData name="Benjamin Shields" userId="53f5da43-fd34-4a7c-8d14-38b17128eb74" providerId="ADAL" clId="{7A56A28A-8B2F-481C-90AF-A3D03BE0BF37}" dt="2025-04-17T03:06:15.144" v="172" actId="404"/>
        <pc:sldMkLst>
          <pc:docMk/>
          <pc:sldMk cId="3740154550" sldId="257"/>
        </pc:sldMkLst>
        <pc:spChg chg="add mod">
          <ac:chgData name="Benjamin Shields" userId="53f5da43-fd34-4a7c-8d14-38b17128eb74" providerId="ADAL" clId="{7A56A28A-8B2F-481C-90AF-A3D03BE0BF37}" dt="2025-04-17T03:06:15.144" v="172" actId="404"/>
          <ac:spMkLst>
            <pc:docMk/>
            <pc:sldMk cId="3740154550" sldId="257"/>
            <ac:spMk id="8" creationId="{35CBEA36-5F88-F81F-CC54-5C5184831952}"/>
          </ac:spMkLst>
        </pc:spChg>
        <pc:picChg chg="add mod modCrop">
          <ac:chgData name="Benjamin Shields" userId="53f5da43-fd34-4a7c-8d14-38b17128eb74" providerId="ADAL" clId="{7A56A28A-8B2F-481C-90AF-A3D03BE0BF37}" dt="2025-04-17T02:52:21.389" v="13" actId="1076"/>
          <ac:picMkLst>
            <pc:docMk/>
            <pc:sldMk cId="3740154550" sldId="257"/>
            <ac:picMk id="3" creationId="{ACCF6BBD-32B9-C0B6-96C5-BCC2928A62D0}"/>
          </ac:picMkLst>
        </pc:picChg>
        <pc:picChg chg="add mod modCrop">
          <ac:chgData name="Benjamin Shields" userId="53f5da43-fd34-4a7c-8d14-38b17128eb74" providerId="ADAL" clId="{7A56A28A-8B2F-481C-90AF-A3D03BE0BF37}" dt="2025-04-17T02:53:15.003" v="27" actId="1035"/>
          <ac:picMkLst>
            <pc:docMk/>
            <pc:sldMk cId="3740154550" sldId="257"/>
            <ac:picMk id="6" creationId="{983C75B1-E48B-4BA6-E911-2C85AECA0CCF}"/>
          </ac:picMkLst>
        </pc:picChg>
        <pc:picChg chg="mod">
          <ac:chgData name="Benjamin Shields" userId="53f5da43-fd34-4a7c-8d14-38b17128eb74" providerId="ADAL" clId="{7A56A28A-8B2F-481C-90AF-A3D03BE0BF37}" dt="2025-04-17T02:50:48.565" v="2" actId="1076"/>
          <ac:picMkLst>
            <pc:docMk/>
            <pc:sldMk cId="3740154550" sldId="257"/>
            <ac:picMk id="7" creationId="{1EAD85F2-D28A-7A88-76D1-9645B1CFDFDE}"/>
          </ac:picMkLst>
        </pc:picChg>
      </pc:sldChg>
      <pc:sldChg chg="addSp delSp modSp new mod">
        <pc:chgData name="Benjamin Shields" userId="53f5da43-fd34-4a7c-8d14-38b17128eb74" providerId="ADAL" clId="{7A56A28A-8B2F-481C-90AF-A3D03BE0BF37}" dt="2025-04-17T03:06:06.745" v="169" actId="404"/>
        <pc:sldMkLst>
          <pc:docMk/>
          <pc:sldMk cId="3136534186" sldId="258"/>
        </pc:sldMkLst>
        <pc:spChg chg="del">
          <ac:chgData name="Benjamin Shields" userId="53f5da43-fd34-4a7c-8d14-38b17128eb74" providerId="ADAL" clId="{7A56A28A-8B2F-481C-90AF-A3D03BE0BF37}" dt="2025-04-17T02:53:31.508" v="29" actId="478"/>
          <ac:spMkLst>
            <pc:docMk/>
            <pc:sldMk cId="3136534186" sldId="258"/>
            <ac:spMk id="2" creationId="{5A0262BB-F284-F1EC-93E6-CF39B10A9C07}"/>
          </ac:spMkLst>
        </pc:spChg>
        <pc:spChg chg="del">
          <ac:chgData name="Benjamin Shields" userId="53f5da43-fd34-4a7c-8d14-38b17128eb74" providerId="ADAL" clId="{7A56A28A-8B2F-481C-90AF-A3D03BE0BF37}" dt="2025-04-17T02:53:33.402" v="30" actId="478"/>
          <ac:spMkLst>
            <pc:docMk/>
            <pc:sldMk cId="3136534186" sldId="258"/>
            <ac:spMk id="3" creationId="{CCA55946-4D64-6144-8893-7B7275A68C8E}"/>
          </ac:spMkLst>
        </pc:spChg>
        <pc:spChg chg="add mod">
          <ac:chgData name="Benjamin Shields" userId="53f5da43-fd34-4a7c-8d14-38b17128eb74" providerId="ADAL" clId="{7A56A28A-8B2F-481C-90AF-A3D03BE0BF37}" dt="2025-04-17T03:06:06.745" v="169" actId="404"/>
          <ac:spMkLst>
            <pc:docMk/>
            <pc:sldMk cId="3136534186" sldId="258"/>
            <ac:spMk id="12" creationId="{45C33199-F93C-AD63-994D-5D21D432E5A0}"/>
          </ac:spMkLst>
        </pc:spChg>
        <pc:picChg chg="add mod">
          <ac:chgData name="Benjamin Shields" userId="53f5da43-fd34-4a7c-8d14-38b17128eb74" providerId="ADAL" clId="{7A56A28A-8B2F-481C-90AF-A3D03BE0BF37}" dt="2025-04-17T02:53:47.836" v="33" actId="14100"/>
          <ac:picMkLst>
            <pc:docMk/>
            <pc:sldMk cId="3136534186" sldId="258"/>
            <ac:picMk id="5" creationId="{4DE49D7F-22F7-20EB-4EB0-7F59B5B8B797}"/>
          </ac:picMkLst>
        </pc:picChg>
        <pc:picChg chg="add mod modCrop">
          <ac:chgData name="Benjamin Shields" userId="53f5da43-fd34-4a7c-8d14-38b17128eb74" providerId="ADAL" clId="{7A56A28A-8B2F-481C-90AF-A3D03BE0BF37}" dt="2025-04-17T02:54:23.341" v="42" actId="1076"/>
          <ac:picMkLst>
            <pc:docMk/>
            <pc:sldMk cId="3136534186" sldId="258"/>
            <ac:picMk id="7" creationId="{6DA8001F-0847-2D0F-9774-DDA78895E7B1}"/>
          </ac:picMkLst>
        </pc:picChg>
        <pc:picChg chg="add mod modCrop">
          <ac:chgData name="Benjamin Shields" userId="53f5da43-fd34-4a7c-8d14-38b17128eb74" providerId="ADAL" clId="{7A56A28A-8B2F-481C-90AF-A3D03BE0BF37}" dt="2025-04-17T02:55:51.266" v="63" actId="1035"/>
          <ac:picMkLst>
            <pc:docMk/>
            <pc:sldMk cId="3136534186" sldId="258"/>
            <ac:picMk id="9" creationId="{55E0C3FD-3FE2-D215-9CC5-00B90F782495}"/>
          </ac:picMkLst>
        </pc:picChg>
        <pc:picChg chg="add mod modCrop">
          <ac:chgData name="Benjamin Shields" userId="53f5da43-fd34-4a7c-8d14-38b17128eb74" providerId="ADAL" clId="{7A56A28A-8B2F-481C-90AF-A3D03BE0BF37}" dt="2025-04-17T02:55:47.114" v="62" actId="1035"/>
          <ac:picMkLst>
            <pc:docMk/>
            <pc:sldMk cId="3136534186" sldId="258"/>
            <ac:picMk id="11" creationId="{DA87D5D2-BAC1-300E-1FAD-E0B9C52741A8}"/>
          </ac:picMkLst>
        </pc:picChg>
      </pc:sldChg>
      <pc:sldChg chg="addSp delSp modSp new mod">
        <pc:chgData name="Benjamin Shields" userId="53f5da43-fd34-4a7c-8d14-38b17128eb74" providerId="ADAL" clId="{7A56A28A-8B2F-481C-90AF-A3D03BE0BF37}" dt="2025-04-17T03:05:52.241" v="166" actId="2085"/>
        <pc:sldMkLst>
          <pc:docMk/>
          <pc:sldMk cId="1832171651" sldId="259"/>
        </pc:sldMkLst>
        <pc:spChg chg="del">
          <ac:chgData name="Benjamin Shields" userId="53f5da43-fd34-4a7c-8d14-38b17128eb74" providerId="ADAL" clId="{7A56A28A-8B2F-481C-90AF-A3D03BE0BF37}" dt="2025-04-17T02:56:00.329" v="65" actId="478"/>
          <ac:spMkLst>
            <pc:docMk/>
            <pc:sldMk cId="1832171651" sldId="259"/>
            <ac:spMk id="2" creationId="{18CE2657-FDB9-96CC-78F7-4892AE9E066C}"/>
          </ac:spMkLst>
        </pc:spChg>
        <pc:spChg chg="del">
          <ac:chgData name="Benjamin Shields" userId="53f5da43-fd34-4a7c-8d14-38b17128eb74" providerId="ADAL" clId="{7A56A28A-8B2F-481C-90AF-A3D03BE0BF37}" dt="2025-04-17T02:56:01.909" v="66" actId="478"/>
          <ac:spMkLst>
            <pc:docMk/>
            <pc:sldMk cId="1832171651" sldId="259"/>
            <ac:spMk id="3" creationId="{E27C972C-11D2-BD94-1A6F-B53C0FA7632A}"/>
          </ac:spMkLst>
        </pc:spChg>
        <pc:spChg chg="add mod">
          <ac:chgData name="Benjamin Shields" userId="53f5da43-fd34-4a7c-8d14-38b17128eb74" providerId="ADAL" clId="{7A56A28A-8B2F-481C-90AF-A3D03BE0BF37}" dt="2025-04-17T03:05:52.241" v="166" actId="2085"/>
          <ac:spMkLst>
            <pc:docMk/>
            <pc:sldMk cId="1832171651" sldId="259"/>
            <ac:spMk id="12" creationId="{3A64A3C8-15EC-C7CC-3575-2DDEA0992948}"/>
          </ac:spMkLst>
        </pc:spChg>
        <pc:graphicFrameChg chg="add del mod modGraphic">
          <ac:chgData name="Benjamin Shields" userId="53f5da43-fd34-4a7c-8d14-38b17128eb74" providerId="ADAL" clId="{7A56A28A-8B2F-481C-90AF-A3D03BE0BF37}" dt="2025-04-17T03:05:34.358" v="163" actId="478"/>
          <ac:graphicFrameMkLst>
            <pc:docMk/>
            <pc:sldMk cId="1832171651" sldId="259"/>
            <ac:graphicFrameMk id="13" creationId="{4B7627F5-FED6-F17A-5974-7A29CCB4B27C}"/>
          </ac:graphicFrameMkLst>
        </pc:graphicFrameChg>
        <pc:picChg chg="add mod">
          <ac:chgData name="Benjamin Shields" userId="53f5da43-fd34-4a7c-8d14-38b17128eb74" providerId="ADAL" clId="{7A56A28A-8B2F-481C-90AF-A3D03BE0BF37}" dt="2025-04-17T02:56:16.434" v="70" actId="14100"/>
          <ac:picMkLst>
            <pc:docMk/>
            <pc:sldMk cId="1832171651" sldId="259"/>
            <ac:picMk id="5" creationId="{45A4CEF2-9C57-56BE-4184-C61DE5B5D3DE}"/>
          </ac:picMkLst>
        </pc:picChg>
        <pc:picChg chg="add mod modCrop">
          <ac:chgData name="Benjamin Shields" userId="53f5da43-fd34-4a7c-8d14-38b17128eb74" providerId="ADAL" clId="{7A56A28A-8B2F-481C-90AF-A3D03BE0BF37}" dt="2025-04-17T02:57:31.662" v="88" actId="14100"/>
          <ac:picMkLst>
            <pc:docMk/>
            <pc:sldMk cId="1832171651" sldId="259"/>
            <ac:picMk id="7" creationId="{CAC10292-5B93-A569-9D9E-EA0A5FF444B7}"/>
          </ac:picMkLst>
        </pc:picChg>
        <pc:picChg chg="add mod modCrop">
          <ac:chgData name="Benjamin Shields" userId="53f5da43-fd34-4a7c-8d14-38b17128eb74" providerId="ADAL" clId="{7A56A28A-8B2F-481C-90AF-A3D03BE0BF37}" dt="2025-04-17T02:57:39.572" v="90" actId="14100"/>
          <ac:picMkLst>
            <pc:docMk/>
            <pc:sldMk cId="1832171651" sldId="259"/>
            <ac:picMk id="9" creationId="{72B5B9D2-1110-4633-321A-30CE0EB5CFA3}"/>
          </ac:picMkLst>
        </pc:picChg>
        <pc:picChg chg="add mod modCrop">
          <ac:chgData name="Benjamin Shields" userId="53f5da43-fd34-4a7c-8d14-38b17128eb74" providerId="ADAL" clId="{7A56A28A-8B2F-481C-90AF-A3D03BE0BF37}" dt="2025-04-17T02:57:45.240" v="92" actId="14100"/>
          <ac:picMkLst>
            <pc:docMk/>
            <pc:sldMk cId="1832171651" sldId="259"/>
            <ac:picMk id="11" creationId="{846C1BBC-165E-879B-DE67-6B925206ED2A}"/>
          </ac:picMkLst>
        </pc:picChg>
        <pc:picChg chg="add del mod">
          <ac:chgData name="Benjamin Shields" userId="53f5da43-fd34-4a7c-8d14-38b17128eb74" providerId="ADAL" clId="{7A56A28A-8B2F-481C-90AF-A3D03BE0BF37}" dt="2025-04-17T03:05:26.300" v="162" actId="478"/>
          <ac:picMkLst>
            <pc:docMk/>
            <pc:sldMk cId="1832171651" sldId="259"/>
            <ac:picMk id="14" creationId="{CC3A5AE6-9EE2-8584-4C73-87775E61329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2BCB4-CAAE-2595-B2EE-BC1794273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42DBFC-BB0C-8CA5-5B91-52ABD2369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22420-0B61-EE70-625F-AB4CF99E6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98F7-2875-4F68-9D29-AD700431A816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E1059-2360-9825-EAEF-400D21EEE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FC77F-AF2B-D45E-22D2-C42536494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C9986-03B5-4062-82BF-6645507B0F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5852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17A3C-8145-B6CB-9478-016926FCE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6A2FE-802A-C62D-E979-7C68811CA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1D975-98CD-9C52-0006-F0DB52034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98F7-2875-4F68-9D29-AD700431A816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712E3-8980-264B-748D-6B1AB2D74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A5AB7-46FF-80D6-0B81-E76AA793F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C9986-03B5-4062-82BF-6645507B0F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471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2A6A8-05A0-7E0A-FBBD-F04337DD4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5E1FBB-9726-E58F-4B40-007459350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6D5D4-0B97-632D-4FA4-DE4D43A5D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98F7-2875-4F68-9D29-AD700431A816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B1D41-2DA5-82E4-EBB0-BB1C96FFE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24346-9761-B922-9E24-3FF278A2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C9986-03B5-4062-82BF-6645507B0F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1326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83BE8-A2B4-C0A4-E544-17BE3883E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60D69-93AB-67ED-99C2-3986D249D1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3846DE-467E-72F2-85AC-4C73396CF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214A9-8FE5-10D4-564D-9111E669E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98F7-2875-4F68-9D29-AD700431A816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3AAD8-6879-9F6F-FDD0-1802D56E7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F6DFE-C12A-BDF7-CAE9-43BCDBF7B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C9986-03B5-4062-82BF-6645507B0F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3212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F2F1C-B0E1-D071-5F7B-557611BC6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4E009-9603-D373-B7EE-98A05FFCF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BCAE7F-E908-0AA0-52EC-622271660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40D641-4EF5-A581-87F1-D660493DD8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017AB5-54C9-0647-E83F-312D5DB7CC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95C140-7F37-8504-8836-9736A27B8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98F7-2875-4F68-9D29-AD700431A816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82E352-2087-C154-9AF3-7A5F979D0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5627BF-763B-9AC3-51A8-9FE440F1E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C9986-03B5-4062-82BF-6645507B0F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2241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05EDA-34FB-430E-098E-3D35E7792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60F655-F99F-F6A3-92FA-95799F3AF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98F7-2875-4F68-9D29-AD700431A816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9EAA03-B8B5-0B4F-8E7B-FDC867D1B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2053-91D4-325E-FFF3-40B61BDEF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C9986-03B5-4062-82BF-6645507B0F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3825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3AD867-EACE-4313-878C-30E4E8233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98F7-2875-4F68-9D29-AD700431A816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59682D-74DC-3A3A-BE1A-AE2695B6D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B7CB4-C3F2-04C0-CD8A-5E3387C28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C9986-03B5-4062-82BF-6645507B0F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6479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A5D71-974C-40CE-7659-C5FFF90ED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B91C5-4A1A-0064-FDFE-34D3E632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F2F92-96C9-31D7-4FB0-8C8409D66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BAE82-92F9-B630-AA22-B6EACA1D0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98F7-2875-4F68-9D29-AD700431A816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6AE0F6-D220-1CE8-0095-BD02A3DD1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86F2FA-A813-92A4-0E3D-CA043F63D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C9986-03B5-4062-82BF-6645507B0F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1028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6C5C9-80D7-62E6-00A2-DDE976410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75EC26-3F1B-CEF4-B489-21D75B89A4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DE300-77CE-D6E9-9AE2-1368134D4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2F416-4B55-431E-7831-C71D90780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98F7-2875-4F68-9D29-AD700431A816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66F48-7989-62C6-1907-52EA7BD61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485AC-846F-1036-D043-4D4F402BC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C9986-03B5-4062-82BF-6645507B0F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126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30ECC-A877-95ED-7375-B04B68C92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F7838-D007-007C-0871-A3724D223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F1216-77BC-CA72-F2AC-304957B3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98F7-2875-4F68-9D29-AD700431A816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1D437-7A7D-F1C6-96FF-F545B79E9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9BC06-BD07-302A-62F7-75A32133F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C9986-03B5-4062-82BF-6645507B0F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5612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BD363A-8945-993F-1C64-0143461E8B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CC15A5-0E8B-2164-34B8-2D4F25564D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A1971-A020-BAA5-56A7-9BE66D182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98F7-2875-4F68-9D29-AD700431A816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1D323-0596-AB17-80DD-FC906B020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D74B8-5BE9-6C81-4AEA-9E8410094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C9986-03B5-4062-82BF-6645507B0F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9405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9B1E6A-8561-7F20-F237-64789A06C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EF229-1472-E841-638C-C5E0C05F0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14377-CAC4-1901-F12F-7C767C9510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A98F7-2875-4F68-9D29-AD700431A816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D27B7-6A00-3ADD-3068-1473B1905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AAD63-E307-8C38-6B57-0C40B4AE9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C9986-03B5-4062-82BF-6645507B0F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2797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generated image&#10;&#10;Description automatically generated">
            <a:extLst>
              <a:ext uri="{FF2B5EF4-FFF2-40B4-BE49-F238E27FC236}">
                <a16:creationId xmlns:a16="http://schemas.microsoft.com/office/drawing/2014/main" id="{EB06ED8D-C098-F56B-A907-3FAD06F65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3323"/>
            <a:ext cx="10170367" cy="58146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7A0A97B-4373-2B28-6D2A-635EED931EFB}"/>
              </a:ext>
            </a:extLst>
          </p:cNvPr>
          <p:cNvSpPr txBox="1"/>
          <p:nvPr/>
        </p:nvSpPr>
        <p:spPr>
          <a:xfrm>
            <a:off x="10230817" y="1115126"/>
            <a:ext cx="1278692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1100" dirty="0"/>
              <a:t>This calculator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BC4C06-D94D-F958-C2A5-0BC45998D2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21" t="1193" r="1" b="6069"/>
          <a:stretch/>
        </p:blipFill>
        <p:spPr>
          <a:xfrm>
            <a:off x="10190036" y="1297648"/>
            <a:ext cx="1533479" cy="17566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89356B-FD4F-DD43-F136-4869CCB99FF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164" t="3365" r="1912"/>
          <a:stretch/>
        </p:blipFill>
        <p:spPr>
          <a:xfrm>
            <a:off x="10170367" y="3097822"/>
            <a:ext cx="1553148" cy="1872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BFCD7D-4F95-9FB3-6B8C-2C3F45E969C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496" t="2692" r="4795"/>
          <a:stretch/>
        </p:blipFill>
        <p:spPr>
          <a:xfrm>
            <a:off x="10188872" y="5002424"/>
            <a:ext cx="1553149" cy="180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039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lage of images of a person's body&#10;&#10;Description automatically generated">
            <a:extLst>
              <a:ext uri="{FF2B5EF4-FFF2-40B4-BE49-F238E27FC236}">
                <a16:creationId xmlns:a16="http://schemas.microsoft.com/office/drawing/2014/main" id="{8EF56CCA-AA8E-69D3-E420-C1D0A267F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31233"/>
            <a:ext cx="10954889" cy="4226767"/>
          </a:xfrm>
          <a:prstGeom prst="rect">
            <a:avLst/>
          </a:prstGeom>
        </p:spPr>
      </p:pic>
      <p:pic>
        <p:nvPicPr>
          <p:cNvPr id="7" name="Picture 6" descr="A purple human body with a blue and yellow stripe&#10;&#10;Description automatically generated">
            <a:extLst>
              <a:ext uri="{FF2B5EF4-FFF2-40B4-BE49-F238E27FC236}">
                <a16:creationId xmlns:a16="http://schemas.microsoft.com/office/drawing/2014/main" id="{1EAD85F2-D28A-7A88-76D1-9645B1CFDF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06" t="7483" r="42983" b="59897"/>
          <a:stretch/>
        </p:blipFill>
        <p:spPr>
          <a:xfrm>
            <a:off x="10954888" y="2821953"/>
            <a:ext cx="1098085" cy="12140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CBEA36-5F88-F81F-CC54-5C5184831952}"/>
              </a:ext>
            </a:extLst>
          </p:cNvPr>
          <p:cNvSpPr txBox="1"/>
          <p:nvPr/>
        </p:nvSpPr>
        <p:spPr>
          <a:xfrm>
            <a:off x="10804104" y="2653221"/>
            <a:ext cx="1278692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800" dirty="0"/>
              <a:t>This calculator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4D230B-EB3A-C9CA-52D6-64D11EB1AAC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509" t="3269" r="4075" b="3760"/>
          <a:stretch/>
        </p:blipFill>
        <p:spPr>
          <a:xfrm>
            <a:off x="10954889" y="4144654"/>
            <a:ext cx="1143451" cy="13041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132B42-D0AE-2075-D476-D543F913DA2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189" t="3005" r="9952"/>
          <a:stretch/>
        </p:blipFill>
        <p:spPr>
          <a:xfrm>
            <a:off x="10963277" y="5515492"/>
            <a:ext cx="1143451" cy="132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154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E49D7F-22F7-20EB-4EB0-7F59B5B8B7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08514"/>
            <a:ext cx="10753635" cy="40494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5C33199-F93C-AD63-994D-5D21D432E5A0}"/>
              </a:ext>
            </a:extLst>
          </p:cNvPr>
          <p:cNvSpPr txBox="1"/>
          <p:nvPr/>
        </p:nvSpPr>
        <p:spPr>
          <a:xfrm>
            <a:off x="10627369" y="2801293"/>
            <a:ext cx="1278692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800" dirty="0"/>
              <a:t>This calculator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C1C75B-E7B3-C6F6-CA2D-D2D247CC2C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169"/>
          <a:stretch/>
        </p:blipFill>
        <p:spPr>
          <a:xfrm>
            <a:off x="10753635" y="2974660"/>
            <a:ext cx="1068251" cy="12405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D7E377-812B-0826-27C8-0C0095317E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3635" y="4185387"/>
            <a:ext cx="1152426" cy="13019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36CA41-654F-28E6-D01D-F7284205BB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3636" y="5484610"/>
            <a:ext cx="1152426" cy="133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534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A4CEF2-9C57-56BE-4184-C61DE5B5D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881181"/>
            <a:ext cx="10506269" cy="49768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C10292-5B93-A569-9D9E-EA0A5FF444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95" t="7483" r="44057" b="58095"/>
          <a:stretch/>
        </p:blipFill>
        <p:spPr>
          <a:xfrm>
            <a:off x="10580913" y="2171700"/>
            <a:ext cx="1204047" cy="14716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A64A3C8-15EC-C7CC-3575-2DDEA0992948}"/>
              </a:ext>
            </a:extLst>
          </p:cNvPr>
          <p:cNvSpPr txBox="1"/>
          <p:nvPr/>
        </p:nvSpPr>
        <p:spPr>
          <a:xfrm>
            <a:off x="10491979" y="1916021"/>
            <a:ext cx="1278692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1050" dirty="0"/>
              <a:t>This calculator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71359D-461D-A74B-1DEF-5E3FE059D41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83" t="2122"/>
          <a:stretch/>
        </p:blipFill>
        <p:spPr>
          <a:xfrm>
            <a:off x="10527809" y="3664451"/>
            <a:ext cx="1443281" cy="15804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2324DB-A352-9353-0049-2E9EC7C529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977" t="5192"/>
          <a:stretch/>
        </p:blipFill>
        <p:spPr>
          <a:xfrm>
            <a:off x="10511396" y="5242343"/>
            <a:ext cx="1443281" cy="157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171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8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Queensland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Benjamin Shields</dc:creator>
  <cp:lastModifiedBy>Benjamin Shields</cp:lastModifiedBy>
  <cp:revision>1</cp:revision>
  <dcterms:created xsi:type="dcterms:W3CDTF">2025-03-07T04:53:29Z</dcterms:created>
  <dcterms:modified xsi:type="dcterms:W3CDTF">2025-05-23T01:55:03Z</dcterms:modified>
</cp:coreProperties>
</file>