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85D1-BB9F-DD99-601D-3D50B0250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75199-0C6D-F198-10F0-8EA3163C5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34B87-444E-A392-878E-4B6483BB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9E867-3391-EE33-520F-7FC8446E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9559-9CD5-BCC3-7217-BD81F6E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86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8630-A2E1-88B3-4CB4-941AE0D0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99D0-0C09-A460-F51B-ABE738765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E6E70-4638-7A03-EE30-E01C29E4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CD3B-B72B-6CB4-C024-98A79EE8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3BD91-099C-1E0B-01F7-8F744165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25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6A7C-01E2-5B32-662E-63FE305A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40E1F-BA7D-2D4B-B023-ECEDDE087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2742-9ACA-6958-A58E-FD66D8DC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0DADB-0BB3-8B47-BA2D-A0CC4B76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27FE6-77CA-F257-4146-4D3ABD10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11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E528-2ABF-5B4A-22E7-2933997A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9FAE2-F35C-8323-40A6-0CF2DCA72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32C57-07E5-DB57-F759-0E5D39D65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99F47-1F2D-00D5-EF45-AAD5F406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F26BC-B084-CA83-9C93-8CE7BACE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22AA0-753F-A0E4-A770-048481A1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09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04F5-0532-A2AF-1BE2-E6D801CB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1A8CD-2001-0017-BB75-74CA7E313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ECAB4-938C-DA47-C74D-A33FF750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8FB87-18D1-F0A8-2F9F-D47396FB7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9C4E3-2855-8C62-70BA-C0DCDFC48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9AB5B-BF1F-3B0E-3890-8B0044C4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BC8C7-E5B9-A635-BC8C-7DEB546A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57785-9026-BA24-C8E0-331B684C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84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3A7A-1D8F-4000-4DBB-B333E6E9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7C0E0-6499-71E6-F213-EE859742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8A83B-7A49-9211-5D1F-978D303E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C3CAE-3B41-9642-C65B-E41658A7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386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40EE4-E1A8-7D2D-83B5-8DC190C5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D9C22-250D-FC98-DDE9-A9EF629E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D7F2-51B8-0791-5F5B-3EF871F5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76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C3BC-67AE-148C-A7E2-834DE5524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8B49-DFBD-3DD2-5EE9-7BE1A2582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0ACA8-FC5D-6D0B-0C54-25E0E5A38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C7F9D-51EC-3619-62DD-DF654CBB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7CABA-BBAD-B068-17ED-8EF19C0EE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4DB0F-35EB-175D-3020-4BDC638E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56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D192-FDB5-A489-F8BC-C31203DC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8D442-E0D5-5C83-4597-0015E2C32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21E4B-91CF-5426-A342-1B5DAB9D9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AA50C-CC41-F02A-ABCA-5F16D8EC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69C86-B535-FE62-1B67-58301FD6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B4F0A-5F20-CF7D-93CC-471AE1D4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75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B646-CBB0-BF88-92B9-B3E7ED50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12AD9-407F-FFF8-F02B-FB3C7B66E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7E136-1F04-DD5D-CE61-9016D9AF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CD9F7-9986-B9E3-D284-4AFCF0CF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D9D8-F0A1-0059-3A82-C26C70EA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9522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A704B-1E91-6CDE-1FB1-43599C25E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F8817-C461-CD36-8D98-D5B5F15DD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FCDCF-23AF-8D28-FEBB-5EBAF2A5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BF71C-BA2C-01B7-8838-DB871403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664CA-F115-7206-AC9E-EE326D86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79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D6677-18F5-05C2-D62A-F115A5330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BE895-D8C2-F901-883B-204874D79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2CAEB-E498-1788-994F-912935A6B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F3D5D-9237-48FC-B714-D821ACBF381F}" type="datetimeFigureOut">
              <a:rPr lang="en-AU" smtClean="0"/>
              <a:t>2/05/2025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3352-35A5-1278-113A-180915B46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AA789-EAF0-7155-B7AF-2DD259E5D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28068-D8BC-4B50-A356-14FB1147F7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98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4BA3F-2133-EC5C-0A09-C8719614F7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28" r="2116"/>
          <a:stretch/>
        </p:blipFill>
        <p:spPr>
          <a:xfrm>
            <a:off x="240894" y="2093400"/>
            <a:ext cx="1594420" cy="267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E86B93-319E-F988-69F0-435E94743C33}"/>
              </a:ext>
            </a:extLst>
          </p:cNvPr>
          <p:cNvSpPr txBox="1"/>
          <p:nvPr/>
        </p:nvSpPr>
        <p:spPr>
          <a:xfrm>
            <a:off x="93975" y="1702706"/>
            <a:ext cx="1888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Coronary Angiogram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ED8AD4-E824-CF6F-C88A-B60F00D26D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7" r="4934"/>
          <a:stretch/>
        </p:blipFill>
        <p:spPr>
          <a:xfrm>
            <a:off x="1835314" y="2093400"/>
            <a:ext cx="1660632" cy="267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51F3BA-56E4-304D-045A-EFD9D72C530E}"/>
              </a:ext>
            </a:extLst>
          </p:cNvPr>
          <p:cNvSpPr txBox="1"/>
          <p:nvPr/>
        </p:nvSpPr>
        <p:spPr>
          <a:xfrm>
            <a:off x="1593665" y="4785111"/>
            <a:ext cx="2143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Coronary Angiogram and LV Gram or Aortogram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2BC6AD-8374-5C8B-F570-ED710FFC14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09" r="1262"/>
          <a:stretch/>
        </p:blipFill>
        <p:spPr>
          <a:xfrm>
            <a:off x="3495946" y="2093400"/>
            <a:ext cx="1692634" cy="2671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2AA171-4FB7-CE24-F780-B5F9A8F7A36E}"/>
              </a:ext>
            </a:extLst>
          </p:cNvPr>
          <p:cNvSpPr txBox="1"/>
          <p:nvPr/>
        </p:nvSpPr>
        <p:spPr>
          <a:xfrm>
            <a:off x="3385875" y="1702706"/>
            <a:ext cx="1912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Flow or IVS Study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60FD5A-608C-70FD-DEF9-00C01F0F76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816" r="2020"/>
          <a:stretch/>
        </p:blipFill>
        <p:spPr>
          <a:xfrm>
            <a:off x="5188580" y="2093400"/>
            <a:ext cx="1665315" cy="2671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D66264-BFD0-212F-024F-9ACDA5B97A36}"/>
              </a:ext>
            </a:extLst>
          </p:cNvPr>
          <p:cNvSpPr txBox="1"/>
          <p:nvPr/>
        </p:nvSpPr>
        <p:spPr>
          <a:xfrm>
            <a:off x="5332014" y="4738944"/>
            <a:ext cx="138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PTCRA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EDBF6A-C4F7-75A8-51BF-8F7736AF447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394" r="3178"/>
          <a:stretch/>
        </p:blipFill>
        <p:spPr>
          <a:xfrm>
            <a:off x="6818074" y="2093400"/>
            <a:ext cx="1743366" cy="2671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747CC9-338A-4625-CE5C-E5AE37B86157}"/>
              </a:ext>
            </a:extLst>
          </p:cNvPr>
          <p:cNvSpPr txBox="1"/>
          <p:nvPr/>
        </p:nvSpPr>
        <p:spPr>
          <a:xfrm>
            <a:off x="6240348" y="1702705"/>
            <a:ext cx="2898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Right Heart Catheterisation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2A5DE3-BC46-4B14-7174-47F04A629B0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38"/>
          <a:stretch/>
        </p:blipFill>
        <p:spPr>
          <a:xfrm>
            <a:off x="8561440" y="2093400"/>
            <a:ext cx="1755793" cy="2671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E22669E-7033-FEBF-E6DA-B095B1D2747A}"/>
              </a:ext>
            </a:extLst>
          </p:cNvPr>
          <p:cNvSpPr txBox="1"/>
          <p:nvPr/>
        </p:nvSpPr>
        <p:spPr>
          <a:xfrm>
            <a:off x="8483576" y="4764600"/>
            <a:ext cx="1912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Single Vessel PCI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4FB8FE-C82B-52AB-F9D8-A3ED399FB102}"/>
              </a:ext>
            </a:extLst>
          </p:cNvPr>
          <p:cNvSpPr txBox="1"/>
          <p:nvPr/>
        </p:nvSpPr>
        <p:spPr>
          <a:xfrm>
            <a:off x="10165520" y="1702704"/>
            <a:ext cx="1912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Two or More Vessel PCI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2E10F7-F855-3DED-FA62-3A685EDE0EF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0117" r="5746"/>
          <a:stretch/>
        </p:blipFill>
        <p:spPr>
          <a:xfrm>
            <a:off x="10317233" y="2092510"/>
            <a:ext cx="1609351" cy="267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8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Queensland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Shields</dc:creator>
  <cp:lastModifiedBy>Benjamin Shields</cp:lastModifiedBy>
  <cp:revision>1</cp:revision>
  <dcterms:created xsi:type="dcterms:W3CDTF">2025-05-02T06:08:00Z</dcterms:created>
  <dcterms:modified xsi:type="dcterms:W3CDTF">2025-05-02T06:25:16Z</dcterms:modified>
</cp:coreProperties>
</file>