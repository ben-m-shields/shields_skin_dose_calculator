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40528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EEF"/>
    <a:srgbClr val="0DB1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663286"/>
            <a:ext cx="9144000" cy="1411005"/>
          </a:xfrm>
        </p:spPr>
        <p:txBody>
          <a:bodyPr anchor="b"/>
          <a:lstStyle>
            <a:lvl1pPr algn="ctr">
              <a:defRPr sz="35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128705"/>
            <a:ext cx="9144000" cy="978509"/>
          </a:xfrm>
        </p:spPr>
        <p:txBody>
          <a:bodyPr/>
          <a:lstStyle>
            <a:lvl1pPr marL="0" indent="0" algn="ctr">
              <a:buNone/>
              <a:defRPr sz="1418"/>
            </a:lvl1pPr>
            <a:lvl2pPr marL="270205" indent="0" algn="ctr">
              <a:buNone/>
              <a:defRPr sz="1182"/>
            </a:lvl2pPr>
            <a:lvl3pPr marL="540410" indent="0" algn="ctr">
              <a:buNone/>
              <a:defRPr sz="1064"/>
            </a:lvl3pPr>
            <a:lvl4pPr marL="810616" indent="0" algn="ctr">
              <a:buNone/>
              <a:defRPr sz="946"/>
            </a:lvl4pPr>
            <a:lvl5pPr marL="1080821" indent="0" algn="ctr">
              <a:buNone/>
              <a:defRPr sz="946"/>
            </a:lvl5pPr>
            <a:lvl6pPr marL="1351026" indent="0" algn="ctr">
              <a:buNone/>
              <a:defRPr sz="946"/>
            </a:lvl6pPr>
            <a:lvl7pPr marL="1621231" indent="0" algn="ctr">
              <a:buNone/>
              <a:defRPr sz="946"/>
            </a:lvl7pPr>
            <a:lvl8pPr marL="1891436" indent="0" algn="ctr">
              <a:buNone/>
              <a:defRPr sz="946"/>
            </a:lvl8pPr>
            <a:lvl9pPr marL="2161642" indent="0" algn="ctr">
              <a:buNone/>
              <a:defRPr sz="94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1378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976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010408"/>
            <a:ext cx="10515600" cy="1685889"/>
          </a:xfrm>
        </p:spPr>
        <p:txBody>
          <a:bodyPr anchor="b"/>
          <a:lstStyle>
            <a:lvl1pPr>
              <a:defRPr sz="35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712246"/>
            <a:ext cx="10515600" cy="886569"/>
          </a:xfrm>
        </p:spPr>
        <p:txBody>
          <a:bodyPr/>
          <a:lstStyle>
            <a:lvl1pPr marL="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1pPr>
            <a:lvl2pPr marL="270205" indent="0">
              <a:buNone/>
              <a:defRPr sz="1182">
                <a:solidFill>
                  <a:schemeClr val="tx1">
                    <a:tint val="75000"/>
                  </a:schemeClr>
                </a:solidFill>
              </a:defRPr>
            </a:lvl2pPr>
            <a:lvl3pPr marL="540410" indent="0">
              <a:buNone/>
              <a:defRPr sz="1064">
                <a:solidFill>
                  <a:schemeClr val="tx1">
                    <a:tint val="75000"/>
                  </a:schemeClr>
                </a:solidFill>
              </a:defRPr>
            </a:lvl3pPr>
            <a:lvl4pPr marL="810616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4pPr>
            <a:lvl5pPr marL="1080821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5pPr>
            <a:lvl6pPr marL="1351026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6pPr>
            <a:lvl7pPr marL="1621231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7pPr>
            <a:lvl8pPr marL="1891436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8pPr>
            <a:lvl9pPr marL="2161642" indent="0">
              <a:buNone/>
              <a:defRPr sz="9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0085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78894"/>
            <a:ext cx="5181600" cy="257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78894"/>
            <a:ext cx="5181600" cy="257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0971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15779"/>
            <a:ext cx="10515600" cy="7833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993521"/>
            <a:ext cx="5157787" cy="486909"/>
          </a:xfrm>
        </p:spPr>
        <p:txBody>
          <a:bodyPr anchor="b"/>
          <a:lstStyle>
            <a:lvl1pPr marL="0" indent="0">
              <a:buNone/>
              <a:defRPr sz="1418" b="1"/>
            </a:lvl1pPr>
            <a:lvl2pPr marL="270205" indent="0">
              <a:buNone/>
              <a:defRPr sz="1182" b="1"/>
            </a:lvl2pPr>
            <a:lvl3pPr marL="540410" indent="0">
              <a:buNone/>
              <a:defRPr sz="1064" b="1"/>
            </a:lvl3pPr>
            <a:lvl4pPr marL="810616" indent="0">
              <a:buNone/>
              <a:defRPr sz="946" b="1"/>
            </a:lvl4pPr>
            <a:lvl5pPr marL="1080821" indent="0">
              <a:buNone/>
              <a:defRPr sz="946" b="1"/>
            </a:lvl5pPr>
            <a:lvl6pPr marL="1351026" indent="0">
              <a:buNone/>
              <a:defRPr sz="946" b="1"/>
            </a:lvl6pPr>
            <a:lvl7pPr marL="1621231" indent="0">
              <a:buNone/>
              <a:defRPr sz="946" b="1"/>
            </a:lvl7pPr>
            <a:lvl8pPr marL="1891436" indent="0">
              <a:buNone/>
              <a:defRPr sz="946" b="1"/>
            </a:lvl8pPr>
            <a:lvl9pPr marL="2161642" indent="0">
              <a:buNone/>
              <a:defRPr sz="9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480430"/>
            <a:ext cx="5157787" cy="21774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993521"/>
            <a:ext cx="5183188" cy="486909"/>
          </a:xfrm>
        </p:spPr>
        <p:txBody>
          <a:bodyPr anchor="b"/>
          <a:lstStyle>
            <a:lvl1pPr marL="0" indent="0">
              <a:buNone/>
              <a:defRPr sz="1418" b="1"/>
            </a:lvl1pPr>
            <a:lvl2pPr marL="270205" indent="0">
              <a:buNone/>
              <a:defRPr sz="1182" b="1"/>
            </a:lvl2pPr>
            <a:lvl3pPr marL="540410" indent="0">
              <a:buNone/>
              <a:defRPr sz="1064" b="1"/>
            </a:lvl3pPr>
            <a:lvl4pPr marL="810616" indent="0">
              <a:buNone/>
              <a:defRPr sz="946" b="1"/>
            </a:lvl4pPr>
            <a:lvl5pPr marL="1080821" indent="0">
              <a:buNone/>
              <a:defRPr sz="946" b="1"/>
            </a:lvl5pPr>
            <a:lvl6pPr marL="1351026" indent="0">
              <a:buNone/>
              <a:defRPr sz="946" b="1"/>
            </a:lvl6pPr>
            <a:lvl7pPr marL="1621231" indent="0">
              <a:buNone/>
              <a:defRPr sz="946" b="1"/>
            </a:lvl7pPr>
            <a:lvl8pPr marL="1891436" indent="0">
              <a:buNone/>
              <a:defRPr sz="946" b="1"/>
            </a:lvl8pPr>
            <a:lvl9pPr marL="2161642" indent="0">
              <a:buNone/>
              <a:defRPr sz="94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480430"/>
            <a:ext cx="5183188" cy="21774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987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9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002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70192"/>
            <a:ext cx="3932237" cy="945674"/>
          </a:xfrm>
        </p:spPr>
        <p:txBody>
          <a:bodyPr anchor="b"/>
          <a:lstStyle>
            <a:lvl1pPr>
              <a:defRPr sz="18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83541"/>
            <a:ext cx="6172200" cy="2880177"/>
          </a:xfrm>
        </p:spPr>
        <p:txBody>
          <a:bodyPr/>
          <a:lstStyle>
            <a:lvl1pPr>
              <a:defRPr sz="1891"/>
            </a:lvl1pPr>
            <a:lvl2pPr>
              <a:defRPr sz="1655"/>
            </a:lvl2pPr>
            <a:lvl3pPr>
              <a:defRPr sz="1418"/>
            </a:lvl3pPr>
            <a:lvl4pPr>
              <a:defRPr sz="1182"/>
            </a:lvl4pPr>
            <a:lvl5pPr>
              <a:defRPr sz="1182"/>
            </a:lvl5pPr>
            <a:lvl6pPr>
              <a:defRPr sz="1182"/>
            </a:lvl6pPr>
            <a:lvl7pPr>
              <a:defRPr sz="1182"/>
            </a:lvl7pPr>
            <a:lvl8pPr>
              <a:defRPr sz="1182"/>
            </a:lvl8pPr>
            <a:lvl9pPr>
              <a:defRPr sz="118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15866"/>
            <a:ext cx="3932237" cy="2252543"/>
          </a:xfrm>
        </p:spPr>
        <p:txBody>
          <a:bodyPr/>
          <a:lstStyle>
            <a:lvl1pPr marL="0" indent="0">
              <a:buNone/>
              <a:defRPr sz="946"/>
            </a:lvl1pPr>
            <a:lvl2pPr marL="270205" indent="0">
              <a:buNone/>
              <a:defRPr sz="827"/>
            </a:lvl2pPr>
            <a:lvl3pPr marL="540410" indent="0">
              <a:buNone/>
              <a:defRPr sz="709"/>
            </a:lvl3pPr>
            <a:lvl4pPr marL="810616" indent="0">
              <a:buNone/>
              <a:defRPr sz="591"/>
            </a:lvl4pPr>
            <a:lvl5pPr marL="1080821" indent="0">
              <a:buNone/>
              <a:defRPr sz="591"/>
            </a:lvl5pPr>
            <a:lvl6pPr marL="1351026" indent="0">
              <a:buNone/>
              <a:defRPr sz="591"/>
            </a:lvl6pPr>
            <a:lvl7pPr marL="1621231" indent="0">
              <a:buNone/>
              <a:defRPr sz="591"/>
            </a:lvl7pPr>
            <a:lvl8pPr marL="1891436" indent="0">
              <a:buNone/>
              <a:defRPr sz="591"/>
            </a:lvl8pPr>
            <a:lvl9pPr marL="2161642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3871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70192"/>
            <a:ext cx="3932237" cy="945674"/>
          </a:xfrm>
        </p:spPr>
        <p:txBody>
          <a:bodyPr anchor="b"/>
          <a:lstStyle>
            <a:lvl1pPr>
              <a:defRPr sz="189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83541"/>
            <a:ext cx="6172200" cy="2880177"/>
          </a:xfrm>
        </p:spPr>
        <p:txBody>
          <a:bodyPr anchor="t"/>
          <a:lstStyle>
            <a:lvl1pPr marL="0" indent="0">
              <a:buNone/>
              <a:defRPr sz="1891"/>
            </a:lvl1pPr>
            <a:lvl2pPr marL="270205" indent="0">
              <a:buNone/>
              <a:defRPr sz="1655"/>
            </a:lvl2pPr>
            <a:lvl3pPr marL="540410" indent="0">
              <a:buNone/>
              <a:defRPr sz="1418"/>
            </a:lvl3pPr>
            <a:lvl4pPr marL="810616" indent="0">
              <a:buNone/>
              <a:defRPr sz="1182"/>
            </a:lvl4pPr>
            <a:lvl5pPr marL="1080821" indent="0">
              <a:buNone/>
              <a:defRPr sz="1182"/>
            </a:lvl5pPr>
            <a:lvl6pPr marL="1351026" indent="0">
              <a:buNone/>
              <a:defRPr sz="1182"/>
            </a:lvl6pPr>
            <a:lvl7pPr marL="1621231" indent="0">
              <a:buNone/>
              <a:defRPr sz="1182"/>
            </a:lvl7pPr>
            <a:lvl8pPr marL="1891436" indent="0">
              <a:buNone/>
              <a:defRPr sz="1182"/>
            </a:lvl8pPr>
            <a:lvl9pPr marL="2161642" indent="0">
              <a:buNone/>
              <a:defRPr sz="118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215866"/>
            <a:ext cx="3932237" cy="2252543"/>
          </a:xfrm>
        </p:spPr>
        <p:txBody>
          <a:bodyPr/>
          <a:lstStyle>
            <a:lvl1pPr marL="0" indent="0">
              <a:buNone/>
              <a:defRPr sz="946"/>
            </a:lvl1pPr>
            <a:lvl2pPr marL="270205" indent="0">
              <a:buNone/>
              <a:defRPr sz="827"/>
            </a:lvl2pPr>
            <a:lvl3pPr marL="540410" indent="0">
              <a:buNone/>
              <a:defRPr sz="709"/>
            </a:lvl3pPr>
            <a:lvl4pPr marL="810616" indent="0">
              <a:buNone/>
              <a:defRPr sz="591"/>
            </a:lvl4pPr>
            <a:lvl5pPr marL="1080821" indent="0">
              <a:buNone/>
              <a:defRPr sz="591"/>
            </a:lvl5pPr>
            <a:lvl6pPr marL="1351026" indent="0">
              <a:buNone/>
              <a:defRPr sz="591"/>
            </a:lvl6pPr>
            <a:lvl7pPr marL="1621231" indent="0">
              <a:buNone/>
              <a:defRPr sz="591"/>
            </a:lvl7pPr>
            <a:lvl8pPr marL="1891436" indent="0">
              <a:buNone/>
              <a:defRPr sz="591"/>
            </a:lvl8pPr>
            <a:lvl9pPr marL="2161642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612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952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15779"/>
            <a:ext cx="2628900" cy="34346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15779"/>
            <a:ext cx="7734300" cy="34346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198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15779"/>
            <a:ext cx="10515600" cy="783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078894"/>
            <a:ext cx="10515600" cy="257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756427"/>
            <a:ext cx="2743200" cy="215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CB9786-D5A4-45BA-B2B5-CA4C48B61696}" type="datetimeFigureOut">
              <a:rPr lang="en-AU" smtClean="0"/>
              <a:t>22/04/2025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756427"/>
            <a:ext cx="4114800" cy="215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756427"/>
            <a:ext cx="2743200" cy="2157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B3FE-D016-40B2-B1AB-87B36DD7086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13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41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103" indent="-135103" algn="l" defTabSz="540410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1pPr>
      <a:lvl2pPr marL="405308" indent="-135103" algn="l" defTabSz="540410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675513" indent="-135103" algn="l" defTabSz="540410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182" kern="1200">
          <a:solidFill>
            <a:schemeClr val="tx1"/>
          </a:solidFill>
          <a:latin typeface="+mn-lt"/>
          <a:ea typeface="+mn-ea"/>
          <a:cs typeface="+mn-cs"/>
        </a:defRPr>
      </a:lvl3pPr>
      <a:lvl4pPr marL="945718" indent="-135103" algn="l" defTabSz="540410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4pPr>
      <a:lvl5pPr marL="1215923" indent="-135103" algn="l" defTabSz="540410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5pPr>
      <a:lvl6pPr marL="1486129" indent="-135103" algn="l" defTabSz="540410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6pPr>
      <a:lvl7pPr marL="1756334" indent="-135103" algn="l" defTabSz="540410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7pPr>
      <a:lvl8pPr marL="2026539" indent="-135103" algn="l" defTabSz="540410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8pPr>
      <a:lvl9pPr marL="2296744" indent="-135103" algn="l" defTabSz="540410" rtl="0" eaLnBrk="1" latinLnBrk="0" hangingPunct="1">
        <a:lnSpc>
          <a:spcPct val="90000"/>
        </a:lnSpc>
        <a:spcBef>
          <a:spcPts val="296"/>
        </a:spcBef>
        <a:buFont typeface="Arial" panose="020B0604020202020204" pitchFamily="34" charset="0"/>
        <a:buChar char="•"/>
        <a:defRPr sz="10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410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1pPr>
      <a:lvl2pPr marL="270205" algn="l" defTabSz="540410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2pPr>
      <a:lvl3pPr marL="540410" algn="l" defTabSz="540410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3pPr>
      <a:lvl4pPr marL="810616" algn="l" defTabSz="540410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4pPr>
      <a:lvl5pPr marL="1080821" algn="l" defTabSz="540410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5pPr>
      <a:lvl6pPr marL="1351026" algn="l" defTabSz="540410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6pPr>
      <a:lvl7pPr marL="1621231" algn="l" defTabSz="540410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7pPr>
      <a:lvl8pPr marL="1891436" algn="l" defTabSz="540410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8pPr>
      <a:lvl9pPr marL="2161642" algn="l" defTabSz="540410" rtl="0" eaLnBrk="1" latinLnBrk="0" hangingPunct="1">
        <a:defRPr sz="10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35902305-D6D4-A20C-118B-F26CB76D9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5" y="-81"/>
            <a:ext cx="12183426" cy="4053053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562008-E977-355F-00D6-89FF0A4B8A70}"/>
              </a:ext>
            </a:extLst>
          </p:cNvPr>
          <p:cNvCxnSpPr>
            <a:cxnSpLocks/>
          </p:cNvCxnSpPr>
          <p:nvPr/>
        </p:nvCxnSpPr>
        <p:spPr>
          <a:xfrm flipH="1">
            <a:off x="3759994" y="1621631"/>
            <a:ext cx="1131094" cy="616744"/>
          </a:xfrm>
          <a:prstGeom prst="line">
            <a:avLst/>
          </a:pr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A5ED6B-F55E-12AF-BAC6-45AD716A0BE5}"/>
              </a:ext>
            </a:extLst>
          </p:cNvPr>
          <p:cNvCxnSpPr>
            <a:cxnSpLocks/>
          </p:cNvCxnSpPr>
          <p:nvPr/>
        </p:nvCxnSpPr>
        <p:spPr>
          <a:xfrm>
            <a:off x="4885851" y="330996"/>
            <a:ext cx="0" cy="1290638"/>
          </a:xfrm>
          <a:prstGeom prst="line">
            <a:avLst/>
          </a:prstGeom>
          <a:ln w="28575">
            <a:solidFill>
              <a:srgbClr val="0DB14B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B99D34-8BBB-196E-1F23-FEE1F87D592A}"/>
              </a:ext>
            </a:extLst>
          </p:cNvPr>
          <p:cNvCxnSpPr>
            <a:cxnSpLocks/>
          </p:cNvCxnSpPr>
          <p:nvPr/>
        </p:nvCxnSpPr>
        <p:spPr>
          <a:xfrm>
            <a:off x="4885853" y="1621632"/>
            <a:ext cx="2318863" cy="871536"/>
          </a:xfrm>
          <a:prstGeom prst="line">
            <a:avLst/>
          </a:prstGeom>
          <a:ln w="28575">
            <a:solidFill>
              <a:srgbClr val="00AEEF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ight Brace 18">
            <a:extLst>
              <a:ext uri="{FF2B5EF4-FFF2-40B4-BE49-F238E27FC236}">
                <a16:creationId xmlns:a16="http://schemas.microsoft.com/office/drawing/2014/main" id="{C95286D0-0970-D766-5272-766FCEA7F852}"/>
              </a:ext>
            </a:extLst>
          </p:cNvPr>
          <p:cNvSpPr/>
          <p:nvPr/>
        </p:nvSpPr>
        <p:spPr>
          <a:xfrm rot="14416221">
            <a:off x="4096029" y="1113003"/>
            <a:ext cx="306225" cy="1303491"/>
          </a:xfrm>
          <a:prstGeom prst="rightBrace">
            <a:avLst>
              <a:gd name="adj1" fmla="val 66719"/>
              <a:gd name="adj2" fmla="val 49982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3B25BCE5-AD23-BA0F-8141-D377B2C3B448}"/>
              </a:ext>
            </a:extLst>
          </p:cNvPr>
          <p:cNvSpPr/>
          <p:nvPr/>
        </p:nvSpPr>
        <p:spPr>
          <a:xfrm rot="17405145" flipH="1">
            <a:off x="5794666" y="1055819"/>
            <a:ext cx="356245" cy="2447063"/>
          </a:xfrm>
          <a:prstGeom prst="rightBrace">
            <a:avLst>
              <a:gd name="adj1" fmla="val 76729"/>
              <a:gd name="adj2" fmla="val 49982"/>
            </a:avLst>
          </a:prstGeom>
          <a:ln w="28575">
            <a:solidFill>
              <a:srgbClr val="00AEE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01A67E6-8C59-E082-3652-2CC25C6B5920}"/>
              </a:ext>
            </a:extLst>
          </p:cNvPr>
          <p:cNvSpPr/>
          <p:nvPr/>
        </p:nvSpPr>
        <p:spPr>
          <a:xfrm>
            <a:off x="4925684" y="330998"/>
            <a:ext cx="306225" cy="1235951"/>
          </a:xfrm>
          <a:prstGeom prst="rightBrace">
            <a:avLst>
              <a:gd name="adj1" fmla="val 66719"/>
              <a:gd name="adj2" fmla="val 49982"/>
            </a:avLst>
          </a:prstGeom>
          <a:ln w="28575">
            <a:solidFill>
              <a:srgbClr val="0DB1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AA3DA7-3791-79F1-A1D0-5240801EA8C6}"/>
              </a:ext>
            </a:extLst>
          </p:cNvPr>
          <p:cNvSpPr txBox="1"/>
          <p:nvPr/>
        </p:nvSpPr>
        <p:spPr>
          <a:xfrm>
            <a:off x="4730747" y="72824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00B050"/>
                </a:solidFill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2437CA-5857-C1B5-11A3-75AD34E9344E}"/>
              </a:ext>
            </a:extLst>
          </p:cNvPr>
          <p:cNvSpPr txBox="1"/>
          <p:nvPr/>
        </p:nvSpPr>
        <p:spPr>
          <a:xfrm>
            <a:off x="3607192" y="1961373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7FC3C3-6B1D-6209-F404-E5E135A86E4C}"/>
              </a:ext>
            </a:extLst>
          </p:cNvPr>
          <p:cNvSpPr txBox="1"/>
          <p:nvPr/>
        </p:nvSpPr>
        <p:spPr>
          <a:xfrm>
            <a:off x="7045857" y="2223575"/>
            <a:ext cx="317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>
                <a:solidFill>
                  <a:srgbClr val="00AEEF"/>
                </a:solidFill>
              </a:rPr>
              <a:t>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E75658-61B6-2380-AEF5-3B8952CFC2FC}"/>
              </a:ext>
            </a:extLst>
          </p:cNvPr>
          <p:cNvSpPr txBox="1"/>
          <p:nvPr/>
        </p:nvSpPr>
        <p:spPr>
          <a:xfrm>
            <a:off x="5972788" y="207724"/>
            <a:ext cx="22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DB14B"/>
                </a:solidFill>
              </a:rPr>
              <a:t>Height home position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56D2D9-0C5E-1B1F-8FA4-C01322AD27F5}"/>
              </a:ext>
            </a:extLst>
          </p:cNvPr>
          <p:cNvSpPr txBox="1"/>
          <p:nvPr/>
        </p:nvSpPr>
        <p:spPr>
          <a:xfrm>
            <a:off x="472626" y="2053706"/>
            <a:ext cx="2755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Longitudinal home position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EC7422-B6DA-A16F-54BF-A3CBB41C8349}"/>
              </a:ext>
            </a:extLst>
          </p:cNvPr>
          <p:cNvSpPr txBox="1"/>
          <p:nvPr/>
        </p:nvSpPr>
        <p:spPr>
          <a:xfrm>
            <a:off x="8908741" y="1322534"/>
            <a:ext cx="2228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00AEEF"/>
                </a:solidFill>
              </a:rPr>
              <a:t>Lateral home position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752D3A7-6B1A-7F19-0985-0D52CD0D40E8}"/>
              </a:ext>
            </a:extLst>
          </p:cNvPr>
          <p:cNvSpPr/>
          <p:nvPr/>
        </p:nvSpPr>
        <p:spPr>
          <a:xfrm>
            <a:off x="3185160" y="1599726"/>
            <a:ext cx="990600" cy="638649"/>
          </a:xfrm>
          <a:custGeom>
            <a:avLst/>
            <a:gdLst>
              <a:gd name="connsiteX0" fmla="*/ 990600 w 990600"/>
              <a:gd name="connsiteY0" fmla="*/ 38100 h 1074420"/>
              <a:gd name="connsiteX1" fmla="*/ 906780 w 990600"/>
              <a:gd name="connsiteY1" fmla="*/ 7620 h 1074420"/>
              <a:gd name="connsiteX2" fmla="*/ 853440 w 990600"/>
              <a:gd name="connsiteY2" fmla="*/ 0 h 1074420"/>
              <a:gd name="connsiteX3" fmla="*/ 708660 w 990600"/>
              <a:gd name="connsiteY3" fmla="*/ 7620 h 1074420"/>
              <a:gd name="connsiteX4" fmla="*/ 655320 w 990600"/>
              <a:gd name="connsiteY4" fmla="*/ 15240 h 1074420"/>
              <a:gd name="connsiteX5" fmla="*/ 594360 w 990600"/>
              <a:gd name="connsiteY5" fmla="*/ 22860 h 1074420"/>
              <a:gd name="connsiteX6" fmla="*/ 563880 w 990600"/>
              <a:gd name="connsiteY6" fmla="*/ 45720 h 1074420"/>
              <a:gd name="connsiteX7" fmla="*/ 525780 w 990600"/>
              <a:gd name="connsiteY7" fmla="*/ 68580 h 1074420"/>
              <a:gd name="connsiteX8" fmla="*/ 495300 w 990600"/>
              <a:gd name="connsiteY8" fmla="*/ 114300 h 1074420"/>
              <a:gd name="connsiteX9" fmla="*/ 457200 w 990600"/>
              <a:gd name="connsiteY9" fmla="*/ 152400 h 1074420"/>
              <a:gd name="connsiteX10" fmla="*/ 396240 w 990600"/>
              <a:gd name="connsiteY10" fmla="*/ 289560 h 1074420"/>
              <a:gd name="connsiteX11" fmla="*/ 388620 w 990600"/>
              <a:gd name="connsiteY11" fmla="*/ 327660 h 1074420"/>
              <a:gd name="connsiteX12" fmla="*/ 373380 w 990600"/>
              <a:gd name="connsiteY12" fmla="*/ 373380 h 1074420"/>
              <a:gd name="connsiteX13" fmla="*/ 358140 w 990600"/>
              <a:gd name="connsiteY13" fmla="*/ 464820 h 1074420"/>
              <a:gd name="connsiteX14" fmla="*/ 342900 w 990600"/>
              <a:gd name="connsiteY14" fmla="*/ 594360 h 1074420"/>
              <a:gd name="connsiteX15" fmla="*/ 327660 w 990600"/>
              <a:gd name="connsiteY15" fmla="*/ 754380 h 1074420"/>
              <a:gd name="connsiteX16" fmla="*/ 312420 w 990600"/>
              <a:gd name="connsiteY16" fmla="*/ 807720 h 1074420"/>
              <a:gd name="connsiteX17" fmla="*/ 274320 w 990600"/>
              <a:gd name="connsiteY17" fmla="*/ 883920 h 1074420"/>
              <a:gd name="connsiteX18" fmla="*/ 190500 w 990600"/>
              <a:gd name="connsiteY18" fmla="*/ 967740 h 1074420"/>
              <a:gd name="connsiteX19" fmla="*/ 167640 w 990600"/>
              <a:gd name="connsiteY19" fmla="*/ 990600 h 1074420"/>
              <a:gd name="connsiteX20" fmla="*/ 144780 w 990600"/>
              <a:gd name="connsiteY20" fmla="*/ 1013460 h 1074420"/>
              <a:gd name="connsiteX21" fmla="*/ 121920 w 990600"/>
              <a:gd name="connsiteY21" fmla="*/ 1021080 h 1074420"/>
              <a:gd name="connsiteX22" fmla="*/ 99060 w 990600"/>
              <a:gd name="connsiteY22" fmla="*/ 1036320 h 1074420"/>
              <a:gd name="connsiteX23" fmla="*/ 53340 w 990600"/>
              <a:gd name="connsiteY23" fmla="*/ 1051560 h 1074420"/>
              <a:gd name="connsiteX24" fmla="*/ 30480 w 990600"/>
              <a:gd name="connsiteY24" fmla="*/ 1066800 h 1074420"/>
              <a:gd name="connsiteX25" fmla="*/ 0 w 990600"/>
              <a:gd name="connsiteY25" fmla="*/ 1074420 h 107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990600" h="1074420">
                <a:moveTo>
                  <a:pt x="990600" y="38100"/>
                </a:moveTo>
                <a:cubicBezTo>
                  <a:pt x="967874" y="29010"/>
                  <a:pt x="929903" y="12956"/>
                  <a:pt x="906780" y="7620"/>
                </a:cubicBezTo>
                <a:cubicBezTo>
                  <a:pt x="889279" y="3581"/>
                  <a:pt x="871220" y="2540"/>
                  <a:pt x="853440" y="0"/>
                </a:cubicBezTo>
                <a:cubicBezTo>
                  <a:pt x="805180" y="2540"/>
                  <a:pt x="756844" y="3914"/>
                  <a:pt x="708660" y="7620"/>
                </a:cubicBezTo>
                <a:cubicBezTo>
                  <a:pt x="690752" y="8998"/>
                  <a:pt x="673123" y="12866"/>
                  <a:pt x="655320" y="15240"/>
                </a:cubicBezTo>
                <a:lnTo>
                  <a:pt x="594360" y="22860"/>
                </a:lnTo>
                <a:cubicBezTo>
                  <a:pt x="584200" y="30480"/>
                  <a:pt x="574447" y="38675"/>
                  <a:pt x="563880" y="45720"/>
                </a:cubicBezTo>
                <a:cubicBezTo>
                  <a:pt x="551557" y="53935"/>
                  <a:pt x="536253" y="58107"/>
                  <a:pt x="525780" y="68580"/>
                </a:cubicBezTo>
                <a:cubicBezTo>
                  <a:pt x="512828" y="81532"/>
                  <a:pt x="508252" y="101348"/>
                  <a:pt x="495300" y="114300"/>
                </a:cubicBezTo>
                <a:cubicBezTo>
                  <a:pt x="482600" y="127000"/>
                  <a:pt x="467423" y="137633"/>
                  <a:pt x="457200" y="152400"/>
                </a:cubicBezTo>
                <a:cubicBezTo>
                  <a:pt x="443884" y="171634"/>
                  <a:pt x="399757" y="271975"/>
                  <a:pt x="396240" y="289560"/>
                </a:cubicBezTo>
                <a:cubicBezTo>
                  <a:pt x="393700" y="302260"/>
                  <a:pt x="392028" y="315165"/>
                  <a:pt x="388620" y="327660"/>
                </a:cubicBezTo>
                <a:cubicBezTo>
                  <a:pt x="384393" y="343158"/>
                  <a:pt x="377607" y="357882"/>
                  <a:pt x="373380" y="373380"/>
                </a:cubicBezTo>
                <a:cubicBezTo>
                  <a:pt x="367705" y="394187"/>
                  <a:pt x="360009" y="447063"/>
                  <a:pt x="358140" y="464820"/>
                </a:cubicBezTo>
                <a:cubicBezTo>
                  <a:pt x="344614" y="593321"/>
                  <a:pt x="358564" y="516040"/>
                  <a:pt x="342900" y="594360"/>
                </a:cubicBezTo>
                <a:cubicBezTo>
                  <a:pt x="339619" y="643575"/>
                  <a:pt x="339386" y="703567"/>
                  <a:pt x="327660" y="754380"/>
                </a:cubicBezTo>
                <a:cubicBezTo>
                  <a:pt x="323502" y="772398"/>
                  <a:pt x="319461" y="790621"/>
                  <a:pt x="312420" y="807720"/>
                </a:cubicBezTo>
                <a:cubicBezTo>
                  <a:pt x="301607" y="833979"/>
                  <a:pt x="294400" y="863840"/>
                  <a:pt x="274320" y="883920"/>
                </a:cubicBezTo>
                <a:lnTo>
                  <a:pt x="190500" y="967740"/>
                </a:lnTo>
                <a:lnTo>
                  <a:pt x="167640" y="990600"/>
                </a:lnTo>
                <a:cubicBezTo>
                  <a:pt x="160020" y="998220"/>
                  <a:pt x="155003" y="1010052"/>
                  <a:pt x="144780" y="1013460"/>
                </a:cubicBezTo>
                <a:cubicBezTo>
                  <a:pt x="137160" y="1016000"/>
                  <a:pt x="129104" y="1017488"/>
                  <a:pt x="121920" y="1021080"/>
                </a:cubicBezTo>
                <a:cubicBezTo>
                  <a:pt x="113729" y="1025176"/>
                  <a:pt x="107429" y="1032601"/>
                  <a:pt x="99060" y="1036320"/>
                </a:cubicBezTo>
                <a:cubicBezTo>
                  <a:pt x="84380" y="1042844"/>
                  <a:pt x="66706" y="1042649"/>
                  <a:pt x="53340" y="1051560"/>
                </a:cubicBezTo>
                <a:cubicBezTo>
                  <a:pt x="45720" y="1056640"/>
                  <a:pt x="38898" y="1063192"/>
                  <a:pt x="30480" y="1066800"/>
                </a:cubicBezTo>
                <a:cubicBezTo>
                  <a:pt x="20854" y="1070925"/>
                  <a:pt x="0" y="1074420"/>
                  <a:pt x="0" y="1074420"/>
                </a:cubicBezTo>
              </a:path>
            </a:pathLst>
          </a:cu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A6A5EFA-F9B4-631C-A4B9-F29FECFE845B}"/>
              </a:ext>
            </a:extLst>
          </p:cNvPr>
          <p:cNvSpPr/>
          <p:nvPr/>
        </p:nvSpPr>
        <p:spPr>
          <a:xfrm>
            <a:off x="5227323" y="368218"/>
            <a:ext cx="806792" cy="599602"/>
          </a:xfrm>
          <a:custGeom>
            <a:avLst/>
            <a:gdLst>
              <a:gd name="connsiteX0" fmla="*/ 0 w 381000"/>
              <a:gd name="connsiteY0" fmla="*/ 632460 h 655873"/>
              <a:gd name="connsiteX1" fmla="*/ 38100 w 381000"/>
              <a:gd name="connsiteY1" fmla="*/ 655320 h 655873"/>
              <a:gd name="connsiteX2" fmla="*/ 129540 w 381000"/>
              <a:gd name="connsiteY2" fmla="*/ 640080 h 655873"/>
              <a:gd name="connsiteX3" fmla="*/ 175260 w 381000"/>
              <a:gd name="connsiteY3" fmla="*/ 579120 h 655873"/>
              <a:gd name="connsiteX4" fmla="*/ 205740 w 381000"/>
              <a:gd name="connsiteY4" fmla="*/ 525780 h 655873"/>
              <a:gd name="connsiteX5" fmla="*/ 220980 w 381000"/>
              <a:gd name="connsiteY5" fmla="*/ 495300 h 655873"/>
              <a:gd name="connsiteX6" fmla="*/ 213360 w 381000"/>
              <a:gd name="connsiteY6" fmla="*/ 381000 h 655873"/>
              <a:gd name="connsiteX7" fmla="*/ 175260 w 381000"/>
              <a:gd name="connsiteY7" fmla="*/ 289560 h 655873"/>
              <a:gd name="connsiteX8" fmla="*/ 144780 w 381000"/>
              <a:gd name="connsiteY8" fmla="*/ 167640 h 655873"/>
              <a:gd name="connsiteX9" fmla="*/ 167640 w 381000"/>
              <a:gd name="connsiteY9" fmla="*/ 38100 h 655873"/>
              <a:gd name="connsiteX10" fmla="*/ 205740 w 381000"/>
              <a:gd name="connsiteY10" fmla="*/ 15240 h 655873"/>
              <a:gd name="connsiteX11" fmla="*/ 236220 w 381000"/>
              <a:gd name="connsiteY11" fmla="*/ 0 h 655873"/>
              <a:gd name="connsiteX12" fmla="*/ 327660 w 381000"/>
              <a:gd name="connsiteY12" fmla="*/ 7620 h 655873"/>
              <a:gd name="connsiteX13" fmla="*/ 381000 w 381000"/>
              <a:gd name="connsiteY13" fmla="*/ 15240 h 655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81000" h="655873">
                <a:moveTo>
                  <a:pt x="0" y="632460"/>
                </a:moveTo>
                <a:cubicBezTo>
                  <a:pt x="12700" y="640080"/>
                  <a:pt x="23315" y="654450"/>
                  <a:pt x="38100" y="655320"/>
                </a:cubicBezTo>
                <a:cubicBezTo>
                  <a:pt x="68947" y="657135"/>
                  <a:pt x="102528" y="655087"/>
                  <a:pt x="129540" y="640080"/>
                </a:cubicBezTo>
                <a:cubicBezTo>
                  <a:pt x="151744" y="627745"/>
                  <a:pt x="163901" y="601838"/>
                  <a:pt x="175260" y="579120"/>
                </a:cubicBezTo>
                <a:cubicBezTo>
                  <a:pt x="221314" y="487012"/>
                  <a:pt x="162658" y="601173"/>
                  <a:pt x="205740" y="525780"/>
                </a:cubicBezTo>
                <a:cubicBezTo>
                  <a:pt x="211376" y="515917"/>
                  <a:pt x="215900" y="505460"/>
                  <a:pt x="220980" y="495300"/>
                </a:cubicBezTo>
                <a:cubicBezTo>
                  <a:pt x="218440" y="457200"/>
                  <a:pt x="219903" y="418620"/>
                  <a:pt x="213360" y="381000"/>
                </a:cubicBezTo>
                <a:cubicBezTo>
                  <a:pt x="208587" y="353555"/>
                  <a:pt x="188651" y="316341"/>
                  <a:pt x="175260" y="289560"/>
                </a:cubicBezTo>
                <a:cubicBezTo>
                  <a:pt x="156870" y="197608"/>
                  <a:pt x="168211" y="237934"/>
                  <a:pt x="144780" y="167640"/>
                </a:cubicBezTo>
                <a:cubicBezTo>
                  <a:pt x="146385" y="145166"/>
                  <a:pt x="134337" y="66645"/>
                  <a:pt x="167640" y="38100"/>
                </a:cubicBezTo>
                <a:cubicBezTo>
                  <a:pt x="178885" y="28461"/>
                  <a:pt x="192793" y="22433"/>
                  <a:pt x="205740" y="15240"/>
                </a:cubicBezTo>
                <a:cubicBezTo>
                  <a:pt x="215670" y="9723"/>
                  <a:pt x="226060" y="5080"/>
                  <a:pt x="236220" y="0"/>
                </a:cubicBezTo>
                <a:cubicBezTo>
                  <a:pt x="266700" y="2540"/>
                  <a:pt x="297311" y="3826"/>
                  <a:pt x="327660" y="7620"/>
                </a:cubicBezTo>
                <a:cubicBezTo>
                  <a:pt x="403405" y="17088"/>
                  <a:pt x="320111" y="15240"/>
                  <a:pt x="381000" y="15240"/>
                </a:cubicBezTo>
              </a:path>
            </a:pathLst>
          </a:custGeom>
          <a:noFill/>
          <a:ln w="19050">
            <a:solidFill>
              <a:srgbClr val="0DB1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703320F-5F9D-4E2F-22CE-9BA04C5F7382}"/>
              </a:ext>
            </a:extLst>
          </p:cNvPr>
          <p:cNvSpPr/>
          <p:nvPr/>
        </p:nvSpPr>
        <p:spPr>
          <a:xfrm>
            <a:off x="5904620" y="1523524"/>
            <a:ext cx="2957440" cy="1356360"/>
          </a:xfrm>
          <a:custGeom>
            <a:avLst/>
            <a:gdLst>
              <a:gd name="connsiteX0" fmla="*/ 8500 w 2957440"/>
              <a:gd name="connsiteY0" fmla="*/ 906780 h 1356360"/>
              <a:gd name="connsiteX1" fmla="*/ 880 w 2957440"/>
              <a:gd name="connsiteY1" fmla="*/ 944880 h 1356360"/>
              <a:gd name="connsiteX2" fmla="*/ 46600 w 2957440"/>
              <a:gd name="connsiteY2" fmla="*/ 1036320 h 1356360"/>
              <a:gd name="connsiteX3" fmla="*/ 191380 w 2957440"/>
              <a:gd name="connsiteY3" fmla="*/ 1143000 h 1356360"/>
              <a:gd name="connsiteX4" fmla="*/ 381880 w 2957440"/>
              <a:gd name="connsiteY4" fmla="*/ 1234440 h 1356360"/>
              <a:gd name="connsiteX5" fmla="*/ 549520 w 2957440"/>
              <a:gd name="connsiteY5" fmla="*/ 1280160 h 1356360"/>
              <a:gd name="connsiteX6" fmla="*/ 1052440 w 2957440"/>
              <a:gd name="connsiteY6" fmla="*/ 1356360 h 1356360"/>
              <a:gd name="connsiteX7" fmla="*/ 1593460 w 2957440"/>
              <a:gd name="connsiteY7" fmla="*/ 1341120 h 1356360"/>
              <a:gd name="connsiteX8" fmla="*/ 1723000 w 2957440"/>
              <a:gd name="connsiteY8" fmla="*/ 1325880 h 1356360"/>
              <a:gd name="connsiteX9" fmla="*/ 1959220 w 2957440"/>
              <a:gd name="connsiteY9" fmla="*/ 1287780 h 1356360"/>
              <a:gd name="connsiteX10" fmla="*/ 2195440 w 2957440"/>
              <a:gd name="connsiteY10" fmla="*/ 1165860 h 1356360"/>
              <a:gd name="connsiteX11" fmla="*/ 2385940 w 2957440"/>
              <a:gd name="connsiteY11" fmla="*/ 944880 h 1356360"/>
              <a:gd name="connsiteX12" fmla="*/ 2424040 w 2957440"/>
              <a:gd name="connsiteY12" fmla="*/ 891540 h 1356360"/>
              <a:gd name="connsiteX13" fmla="*/ 2485000 w 2957440"/>
              <a:gd name="connsiteY13" fmla="*/ 754380 h 1356360"/>
              <a:gd name="connsiteX14" fmla="*/ 2500240 w 2957440"/>
              <a:gd name="connsiteY14" fmla="*/ 685800 h 1356360"/>
              <a:gd name="connsiteX15" fmla="*/ 2614540 w 2957440"/>
              <a:gd name="connsiteY15" fmla="*/ 434340 h 1356360"/>
              <a:gd name="connsiteX16" fmla="*/ 2667880 w 2957440"/>
              <a:gd name="connsiteY16" fmla="*/ 297180 h 1356360"/>
              <a:gd name="connsiteX17" fmla="*/ 2683120 w 2957440"/>
              <a:gd name="connsiteY17" fmla="*/ 251460 h 1356360"/>
              <a:gd name="connsiteX18" fmla="*/ 2713600 w 2957440"/>
              <a:gd name="connsiteY18" fmla="*/ 213360 h 1356360"/>
              <a:gd name="connsiteX19" fmla="*/ 2759320 w 2957440"/>
              <a:gd name="connsiteY19" fmla="*/ 144780 h 1356360"/>
              <a:gd name="connsiteX20" fmla="*/ 2850760 w 2957440"/>
              <a:gd name="connsiteY20" fmla="*/ 60960 h 1356360"/>
              <a:gd name="connsiteX21" fmla="*/ 2919340 w 2957440"/>
              <a:gd name="connsiteY21" fmla="*/ 7620 h 1356360"/>
              <a:gd name="connsiteX22" fmla="*/ 2942200 w 2957440"/>
              <a:gd name="connsiteY22" fmla="*/ 0 h 1356360"/>
              <a:gd name="connsiteX23" fmla="*/ 2957440 w 2957440"/>
              <a:gd name="connsiteY23" fmla="*/ 7620 h 135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957440" h="1356360">
                <a:moveTo>
                  <a:pt x="8500" y="906780"/>
                </a:moveTo>
                <a:cubicBezTo>
                  <a:pt x="5960" y="919480"/>
                  <a:pt x="-2774" y="932455"/>
                  <a:pt x="880" y="944880"/>
                </a:cubicBezTo>
                <a:cubicBezTo>
                  <a:pt x="10496" y="977573"/>
                  <a:pt x="21130" y="1013680"/>
                  <a:pt x="46600" y="1036320"/>
                </a:cubicBezTo>
                <a:cubicBezTo>
                  <a:pt x="113119" y="1095448"/>
                  <a:pt x="112390" y="1102376"/>
                  <a:pt x="191380" y="1143000"/>
                </a:cubicBezTo>
                <a:cubicBezTo>
                  <a:pt x="254018" y="1175214"/>
                  <a:pt x="313926" y="1215907"/>
                  <a:pt x="381880" y="1234440"/>
                </a:cubicBezTo>
                <a:cubicBezTo>
                  <a:pt x="437760" y="1249680"/>
                  <a:pt x="492724" y="1268801"/>
                  <a:pt x="549520" y="1280160"/>
                </a:cubicBezTo>
                <a:cubicBezTo>
                  <a:pt x="806480" y="1331552"/>
                  <a:pt x="849814" y="1333846"/>
                  <a:pt x="1052440" y="1356360"/>
                </a:cubicBezTo>
                <a:lnTo>
                  <a:pt x="1593460" y="1341120"/>
                </a:lnTo>
                <a:cubicBezTo>
                  <a:pt x="1636893" y="1339146"/>
                  <a:pt x="1679914" y="1331702"/>
                  <a:pt x="1723000" y="1325880"/>
                </a:cubicBezTo>
                <a:cubicBezTo>
                  <a:pt x="1846014" y="1309256"/>
                  <a:pt x="1856631" y="1306432"/>
                  <a:pt x="1959220" y="1287780"/>
                </a:cubicBezTo>
                <a:cubicBezTo>
                  <a:pt x="2039181" y="1250875"/>
                  <a:pt x="2122252" y="1215523"/>
                  <a:pt x="2195440" y="1165860"/>
                </a:cubicBezTo>
                <a:cubicBezTo>
                  <a:pt x="2276343" y="1110962"/>
                  <a:pt x="2330105" y="1020258"/>
                  <a:pt x="2385940" y="944880"/>
                </a:cubicBezTo>
                <a:cubicBezTo>
                  <a:pt x="2398946" y="927322"/>
                  <a:pt x="2415925" y="911827"/>
                  <a:pt x="2424040" y="891540"/>
                </a:cubicBezTo>
                <a:cubicBezTo>
                  <a:pt x="2462957" y="794246"/>
                  <a:pt x="2442286" y="839809"/>
                  <a:pt x="2485000" y="754380"/>
                </a:cubicBezTo>
                <a:cubicBezTo>
                  <a:pt x="2490080" y="731520"/>
                  <a:pt x="2492580" y="707929"/>
                  <a:pt x="2500240" y="685800"/>
                </a:cubicBezTo>
                <a:cubicBezTo>
                  <a:pt x="2554670" y="528559"/>
                  <a:pt x="2548469" y="584101"/>
                  <a:pt x="2614540" y="434340"/>
                </a:cubicBezTo>
                <a:cubicBezTo>
                  <a:pt x="2634341" y="389458"/>
                  <a:pt x="2652367" y="343718"/>
                  <a:pt x="2667880" y="297180"/>
                </a:cubicBezTo>
                <a:cubicBezTo>
                  <a:pt x="2672960" y="281940"/>
                  <a:pt x="2675428" y="265563"/>
                  <a:pt x="2683120" y="251460"/>
                </a:cubicBezTo>
                <a:cubicBezTo>
                  <a:pt x="2690908" y="237182"/>
                  <a:pt x="2705232" y="227306"/>
                  <a:pt x="2713600" y="213360"/>
                </a:cubicBezTo>
                <a:cubicBezTo>
                  <a:pt x="2771181" y="117392"/>
                  <a:pt x="2680296" y="231706"/>
                  <a:pt x="2759320" y="144780"/>
                </a:cubicBezTo>
                <a:cubicBezTo>
                  <a:pt x="2842597" y="53175"/>
                  <a:pt x="2765503" y="123482"/>
                  <a:pt x="2850760" y="60960"/>
                </a:cubicBezTo>
                <a:cubicBezTo>
                  <a:pt x="2874114" y="43834"/>
                  <a:pt x="2891866" y="16778"/>
                  <a:pt x="2919340" y="7620"/>
                </a:cubicBezTo>
                <a:cubicBezTo>
                  <a:pt x="2926960" y="5080"/>
                  <a:pt x="2934168" y="0"/>
                  <a:pt x="2942200" y="0"/>
                </a:cubicBezTo>
                <a:cubicBezTo>
                  <a:pt x="2947880" y="0"/>
                  <a:pt x="2952360" y="5080"/>
                  <a:pt x="2957440" y="7620"/>
                </a:cubicBezTo>
              </a:path>
            </a:pathLst>
          </a:custGeom>
          <a:noFill/>
          <a:ln w="19050">
            <a:solidFill>
              <a:srgbClr val="00AE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9DA5EE-01C1-2082-9733-368FC68CE0F1}"/>
              </a:ext>
            </a:extLst>
          </p:cNvPr>
          <p:cNvSpPr txBox="1"/>
          <p:nvPr/>
        </p:nvSpPr>
        <p:spPr>
          <a:xfrm>
            <a:off x="3027004" y="2339279"/>
            <a:ext cx="1465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srgbClr val="FF0000"/>
                </a:solidFill>
              </a:rPr>
              <a:t>Arbitrary 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600588-A371-EFE9-5C75-C1E99ACFE2C7}"/>
              </a:ext>
            </a:extLst>
          </p:cNvPr>
          <p:cNvSpPr txBox="1"/>
          <p:nvPr/>
        </p:nvSpPr>
        <p:spPr>
          <a:xfrm>
            <a:off x="4142343" y="5758"/>
            <a:ext cx="1465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srgbClr val="00B050"/>
                </a:solidFill>
              </a:rPr>
              <a:t>Arbitrary 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0B987-6553-66C4-A33A-C5C28C2D7A8C}"/>
              </a:ext>
            </a:extLst>
          </p:cNvPr>
          <p:cNvSpPr txBox="1"/>
          <p:nvPr/>
        </p:nvSpPr>
        <p:spPr>
          <a:xfrm>
            <a:off x="6529516" y="1971573"/>
            <a:ext cx="1465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>
                <a:solidFill>
                  <a:srgbClr val="00AEEF"/>
                </a:solidFill>
              </a:rPr>
              <a:t>Arbitrary location</a:t>
            </a:r>
          </a:p>
        </p:txBody>
      </p:sp>
    </p:spTree>
    <p:extLst>
      <p:ext uri="{BB962C8B-B14F-4D97-AF65-F5344CB8AC3E}">
        <p14:creationId xmlns:p14="http://schemas.microsoft.com/office/powerpoint/2010/main" val="3718294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</TotalTime>
  <Words>18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Queensland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Benjamin Shields</dc:creator>
  <cp:lastModifiedBy>Benjamin Shields</cp:lastModifiedBy>
  <cp:revision>2</cp:revision>
  <dcterms:created xsi:type="dcterms:W3CDTF">2025-04-22T00:06:34Z</dcterms:created>
  <dcterms:modified xsi:type="dcterms:W3CDTF">2025-04-22T00:31:31Z</dcterms:modified>
</cp:coreProperties>
</file>