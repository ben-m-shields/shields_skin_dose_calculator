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1" r:id="rId2"/>
  </p:sldIdLst>
  <p:sldSz cx="12192000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01553"/>
            <a:ext cx="9144000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14319"/>
            <a:ext cx="9144000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4901-9360-4354-AEDD-BF8A1B391F42}" type="datetimeFigureOut">
              <a:rPr lang="en-AU" smtClean="0"/>
              <a:t>19/06/2025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0A4-2300-4E1E-AE65-002D499CBA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685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4901-9360-4354-AEDD-BF8A1B391F42}" type="datetimeFigureOut">
              <a:rPr lang="en-AU" smtClean="0"/>
              <a:t>19/06/2025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0A4-2300-4E1E-AE65-002D499CBA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1752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25704"/>
            <a:ext cx="10515600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095459"/>
            <a:ext cx="10515600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4901-9360-4354-AEDD-BF8A1B391F42}" type="datetimeFigureOut">
              <a:rPr lang="en-AU" smtClean="0"/>
              <a:t>19/06/2025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0A4-2300-4E1E-AE65-002D499CBA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8097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29117"/>
            <a:ext cx="5181600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29117"/>
            <a:ext cx="5181600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4901-9360-4354-AEDD-BF8A1B391F42}" type="datetimeFigureOut">
              <a:rPr lang="en-AU" smtClean="0"/>
              <a:t>19/06/2025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0A4-2300-4E1E-AE65-002D499CBA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5391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25824"/>
            <a:ext cx="10515600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500205"/>
            <a:ext cx="515778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235432"/>
            <a:ext cx="5157787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00205"/>
            <a:ext cx="5183188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35432"/>
            <a:ext cx="518318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4901-9360-4354-AEDD-BF8A1B391F42}" type="datetimeFigureOut">
              <a:rPr lang="en-AU" smtClean="0"/>
              <a:t>19/06/2025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0A4-2300-4E1E-AE65-002D499CBA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374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4901-9360-4354-AEDD-BF8A1B391F42}" type="datetimeFigureOut">
              <a:rPr lang="en-AU" smtClean="0"/>
              <a:t>19/06/2025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0A4-2300-4E1E-AE65-002D499CBA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9701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4901-9360-4354-AEDD-BF8A1B391F42}" type="datetimeFigureOut">
              <a:rPr lang="en-AU" smtClean="0"/>
              <a:t>19/06/2025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0A4-2300-4E1E-AE65-002D499CBA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85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7988"/>
            <a:ext cx="3932237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81140"/>
            <a:ext cx="6172200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35944"/>
            <a:ext cx="3932237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4901-9360-4354-AEDD-BF8A1B391F42}" type="datetimeFigureOut">
              <a:rPr lang="en-AU" smtClean="0"/>
              <a:t>19/06/2025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0A4-2300-4E1E-AE65-002D499CBA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778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7988"/>
            <a:ext cx="3932237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81140"/>
            <a:ext cx="6172200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35944"/>
            <a:ext cx="3932237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4901-9360-4354-AEDD-BF8A1B391F42}" type="datetimeFigureOut">
              <a:rPr lang="en-AU" smtClean="0"/>
              <a:t>19/06/2025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0A4-2300-4E1E-AE65-002D499CBA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209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4901-9360-4354-AEDD-BF8A1B391F42}" type="datetimeFigureOut">
              <a:rPr lang="en-AU" smtClean="0"/>
              <a:t>19/06/2025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0A4-2300-4E1E-AE65-002D499CBA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9898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25823"/>
            <a:ext cx="2628900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25823"/>
            <a:ext cx="7734300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4901-9360-4354-AEDD-BF8A1B391F42}" type="datetimeFigureOut">
              <a:rPr lang="en-AU" smtClean="0"/>
              <a:t>19/06/2025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0A4-2300-4E1E-AE65-002D499CBA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844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25824"/>
            <a:ext cx="10515600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29117"/>
            <a:ext cx="10515600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672161"/>
            <a:ext cx="274320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04901-9360-4354-AEDD-BF8A1B391F42}" type="datetimeFigureOut">
              <a:rPr lang="en-AU" smtClean="0"/>
              <a:t>19/06/2025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672161"/>
            <a:ext cx="411480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672161"/>
            <a:ext cx="274320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450A4-2300-4E1E-AE65-002D499CBA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074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A722297-8618-6AF8-E377-6FE1FB400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252611"/>
              </p:ext>
            </p:extLst>
          </p:nvPr>
        </p:nvGraphicFramePr>
        <p:xfrm>
          <a:off x="62566" y="51183"/>
          <a:ext cx="12087209" cy="5978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3209">
                  <a:extLst>
                    <a:ext uri="{9D8B030D-6E8A-4147-A177-3AD203B41FA5}">
                      <a16:colId xmlns:a16="http://schemas.microsoft.com/office/drawing/2014/main" val="182424622"/>
                    </a:ext>
                  </a:extLst>
                </a:gridCol>
                <a:gridCol w="1458000">
                  <a:extLst>
                    <a:ext uri="{9D8B030D-6E8A-4147-A177-3AD203B41FA5}">
                      <a16:colId xmlns:a16="http://schemas.microsoft.com/office/drawing/2014/main" val="1824464447"/>
                    </a:ext>
                  </a:extLst>
                </a:gridCol>
                <a:gridCol w="1458000">
                  <a:extLst>
                    <a:ext uri="{9D8B030D-6E8A-4147-A177-3AD203B41FA5}">
                      <a16:colId xmlns:a16="http://schemas.microsoft.com/office/drawing/2014/main" val="1632851915"/>
                    </a:ext>
                  </a:extLst>
                </a:gridCol>
                <a:gridCol w="1458000">
                  <a:extLst>
                    <a:ext uri="{9D8B030D-6E8A-4147-A177-3AD203B41FA5}">
                      <a16:colId xmlns:a16="http://schemas.microsoft.com/office/drawing/2014/main" val="1284774490"/>
                    </a:ext>
                  </a:extLst>
                </a:gridCol>
                <a:gridCol w="1458000">
                  <a:extLst>
                    <a:ext uri="{9D8B030D-6E8A-4147-A177-3AD203B41FA5}">
                      <a16:colId xmlns:a16="http://schemas.microsoft.com/office/drawing/2014/main" val="2542431065"/>
                    </a:ext>
                  </a:extLst>
                </a:gridCol>
                <a:gridCol w="1458000">
                  <a:extLst>
                    <a:ext uri="{9D8B030D-6E8A-4147-A177-3AD203B41FA5}">
                      <a16:colId xmlns:a16="http://schemas.microsoft.com/office/drawing/2014/main" val="2680382735"/>
                    </a:ext>
                  </a:extLst>
                </a:gridCol>
                <a:gridCol w="1458000">
                  <a:extLst>
                    <a:ext uri="{9D8B030D-6E8A-4147-A177-3AD203B41FA5}">
                      <a16:colId xmlns:a16="http://schemas.microsoft.com/office/drawing/2014/main" val="2999203141"/>
                    </a:ext>
                  </a:extLst>
                </a:gridCol>
                <a:gridCol w="1458000">
                  <a:extLst>
                    <a:ext uri="{9D8B030D-6E8A-4147-A177-3AD203B41FA5}">
                      <a16:colId xmlns:a16="http://schemas.microsoft.com/office/drawing/2014/main" val="2837410761"/>
                    </a:ext>
                  </a:extLst>
                </a:gridCol>
                <a:gridCol w="1458000">
                  <a:extLst>
                    <a:ext uri="{9D8B030D-6E8A-4147-A177-3AD203B41FA5}">
                      <a16:colId xmlns:a16="http://schemas.microsoft.com/office/drawing/2014/main" val="1089266892"/>
                    </a:ext>
                  </a:extLst>
                </a:gridCol>
              </a:tblGrid>
              <a:tr h="358051"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dirty="0"/>
                        <a:t>Canon </a:t>
                      </a:r>
                      <a:r>
                        <a:rPr lang="en-AU" sz="1600" dirty="0" err="1"/>
                        <a:t>Infinix</a:t>
                      </a:r>
                      <a:r>
                        <a:rPr lang="en-AU" sz="1600" dirty="0"/>
                        <a:t> CF-</a:t>
                      </a:r>
                      <a:r>
                        <a:rPr lang="en-AU" sz="1600" dirty="0" err="1"/>
                        <a:t>i</a:t>
                      </a:r>
                      <a:r>
                        <a:rPr lang="en-AU" sz="1600" dirty="0"/>
                        <a:t> Biplane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General Electric Innova IGS 540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Siemens Artis Zee Biplane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Philips Allura </a:t>
                      </a:r>
                      <a:r>
                        <a:rPr lang="en-AU" sz="1600" dirty="0" err="1"/>
                        <a:t>Xper</a:t>
                      </a:r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166335"/>
                  </a:ext>
                </a:extLst>
              </a:tr>
              <a:tr h="382039"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SP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dirty="0"/>
                        <a:t>Film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Estimated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dirty="0"/>
                        <a:t>Film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Estimated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dirty="0"/>
                        <a:t>Film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Estimated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dirty="0"/>
                        <a:t>Film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Estimated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978990"/>
                  </a:ext>
                </a:extLst>
              </a:tr>
              <a:tr h="1746000"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  <a:p>
                      <a:pPr algn="ctr"/>
                      <a:endParaRPr lang="en-AU" sz="1600" dirty="0"/>
                    </a:p>
                    <a:p>
                      <a:pPr algn="ctr"/>
                      <a:r>
                        <a:rPr lang="en-AU" sz="1600" dirty="0"/>
                        <a:t>1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751196"/>
                  </a:ext>
                </a:extLst>
              </a:tr>
              <a:tr h="1746000"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  <a:p>
                      <a:pPr algn="ctr"/>
                      <a:endParaRPr lang="en-AU" sz="1600" dirty="0"/>
                    </a:p>
                    <a:p>
                      <a:pPr algn="ctr"/>
                      <a:endParaRPr lang="en-AU" sz="1600" dirty="0"/>
                    </a:p>
                    <a:p>
                      <a:pPr algn="ctr"/>
                      <a:r>
                        <a:rPr lang="en-AU" sz="1600" dirty="0"/>
                        <a:t>2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3458625"/>
                  </a:ext>
                </a:extLst>
              </a:tr>
              <a:tr h="1746000"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  <a:p>
                      <a:pPr algn="ctr"/>
                      <a:endParaRPr lang="en-AU" sz="1600" dirty="0"/>
                    </a:p>
                    <a:p>
                      <a:pPr algn="ctr"/>
                      <a:endParaRPr lang="en-AU" sz="1600" dirty="0"/>
                    </a:p>
                    <a:p>
                      <a:pPr algn="ctr"/>
                      <a:r>
                        <a:rPr lang="en-AU" sz="1600" dirty="0"/>
                        <a:t>3</a:t>
                      </a:r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600" dirty="0"/>
                    </a:p>
                  </a:txBody>
                  <a:tcPr marL="94201" marR="94201" marT="47101" marB="471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008766"/>
                  </a:ext>
                </a:extLst>
              </a:tr>
            </a:tbl>
          </a:graphicData>
        </a:graphic>
      </p:graphicFrame>
      <p:pic>
        <p:nvPicPr>
          <p:cNvPr id="2" name="Picture 1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0747DF56-89A2-CCBE-93CF-679F3CDFBB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9" t="6137" r="78834" b="65851"/>
          <a:stretch/>
        </p:blipFill>
        <p:spPr>
          <a:xfrm>
            <a:off x="495113" y="988660"/>
            <a:ext cx="1436836" cy="1306910"/>
          </a:xfrm>
          <a:prstGeom prst="rect">
            <a:avLst/>
          </a:prstGeom>
        </p:spPr>
      </p:pic>
      <p:pic>
        <p:nvPicPr>
          <p:cNvPr id="7" name="Picture 6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9EDDB014-65A4-E83A-5528-6E86C2574D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2" t="36114" r="78553" b="33254"/>
          <a:stretch/>
        </p:blipFill>
        <p:spPr>
          <a:xfrm>
            <a:off x="495459" y="2725956"/>
            <a:ext cx="1430295" cy="1407711"/>
          </a:xfrm>
          <a:prstGeom prst="rect">
            <a:avLst/>
          </a:prstGeom>
        </p:spPr>
      </p:pic>
      <p:pic>
        <p:nvPicPr>
          <p:cNvPr id="8" name="Picture 7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0AF27FDB-11C7-1352-1CBE-A19EF15097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4" t="68057" r="78552" b="1311"/>
          <a:stretch/>
        </p:blipFill>
        <p:spPr>
          <a:xfrm>
            <a:off x="507527" y="4473116"/>
            <a:ext cx="1415052" cy="13927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395779-4FD5-44A8-C3B5-A55F64BA43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29" t="1193" r="2465" b="6069"/>
          <a:stretch/>
        </p:blipFill>
        <p:spPr>
          <a:xfrm>
            <a:off x="1950402" y="850038"/>
            <a:ext cx="1388001" cy="16674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9450A4-2D63-AA06-0600-6E93827185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64" t="3365" r="1912"/>
          <a:stretch/>
        </p:blipFill>
        <p:spPr>
          <a:xfrm>
            <a:off x="1962214" y="2551872"/>
            <a:ext cx="1420267" cy="17119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869DE6-5159-34D9-C31C-0C69E9272EA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496" t="2692" r="4795"/>
          <a:stretch/>
        </p:blipFill>
        <p:spPr>
          <a:xfrm>
            <a:off x="1962214" y="4364919"/>
            <a:ext cx="1415052" cy="1645268"/>
          </a:xfrm>
          <a:prstGeom prst="rect">
            <a:avLst/>
          </a:prstGeom>
        </p:spPr>
      </p:pic>
      <p:pic>
        <p:nvPicPr>
          <p:cNvPr id="3" name="Picture 2" descr="A collage of images of a person's body&#10;&#10;Description automatically generated">
            <a:extLst>
              <a:ext uri="{FF2B5EF4-FFF2-40B4-BE49-F238E27FC236}">
                <a16:creationId xmlns:a16="http://schemas.microsoft.com/office/drawing/2014/main" id="{BEFA6DC4-974F-3DCE-5D9E-0E33435E191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" t="6388" r="85294" b="67548"/>
          <a:stretch/>
        </p:blipFill>
        <p:spPr>
          <a:xfrm>
            <a:off x="3420482" y="1043748"/>
            <a:ext cx="1412353" cy="1192918"/>
          </a:xfrm>
          <a:prstGeom prst="rect">
            <a:avLst/>
          </a:prstGeom>
        </p:spPr>
      </p:pic>
      <p:pic>
        <p:nvPicPr>
          <p:cNvPr id="4" name="Picture 3" descr="A collage of images of a person's body&#10;&#10;Description automatically generated">
            <a:extLst>
              <a:ext uri="{FF2B5EF4-FFF2-40B4-BE49-F238E27FC236}">
                <a16:creationId xmlns:a16="http://schemas.microsoft.com/office/drawing/2014/main" id="{99F060FD-A5D4-2D4F-33F2-09004DE8832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" t="34818" r="85236" b="33915"/>
          <a:stretch/>
        </p:blipFill>
        <p:spPr>
          <a:xfrm>
            <a:off x="3420483" y="2728153"/>
            <a:ext cx="1412352" cy="1417012"/>
          </a:xfrm>
          <a:prstGeom prst="rect">
            <a:avLst/>
          </a:prstGeom>
        </p:spPr>
      </p:pic>
      <p:pic>
        <p:nvPicPr>
          <p:cNvPr id="5" name="Picture 4" descr="A collage of images of a person's body&#10;&#10;Description automatically generated">
            <a:extLst>
              <a:ext uri="{FF2B5EF4-FFF2-40B4-BE49-F238E27FC236}">
                <a16:creationId xmlns:a16="http://schemas.microsoft.com/office/drawing/2014/main" id="{9D3B103C-6DEE-ECE3-B0C0-F9B3E1E9CDA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7" t="67484" r="85300" b="1228"/>
          <a:stretch/>
        </p:blipFill>
        <p:spPr>
          <a:xfrm>
            <a:off x="3422501" y="4416341"/>
            <a:ext cx="1412352" cy="1449485"/>
          </a:xfrm>
          <a:prstGeom prst="rect">
            <a:avLst/>
          </a:prstGeom>
        </p:spPr>
      </p:pic>
      <p:pic>
        <p:nvPicPr>
          <p:cNvPr id="6" name="Picture 5" descr="A purple human body with a blue and yellow stripe&#10;&#10;Description automatically generated">
            <a:extLst>
              <a:ext uri="{FF2B5EF4-FFF2-40B4-BE49-F238E27FC236}">
                <a16:creationId xmlns:a16="http://schemas.microsoft.com/office/drawing/2014/main" id="{1B48B3C3-02F2-F80C-A1F1-3CB590E07B8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04" t="7483" r="43764" b="59897"/>
          <a:stretch/>
        </p:blipFill>
        <p:spPr>
          <a:xfrm>
            <a:off x="4870742" y="847059"/>
            <a:ext cx="1420310" cy="16674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20C27F-441F-99B5-476C-F3533608AAC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7509" t="3269" r="4075" b="3760"/>
          <a:stretch/>
        </p:blipFill>
        <p:spPr>
          <a:xfrm>
            <a:off x="4880688" y="2641504"/>
            <a:ext cx="1422376" cy="16223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6E32C6-90E3-A1DF-D7E0-F1CB035F647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189" t="3005" r="9952"/>
          <a:stretch/>
        </p:blipFill>
        <p:spPr>
          <a:xfrm>
            <a:off x="4876842" y="4362355"/>
            <a:ext cx="1419054" cy="16452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4E3D77-4C69-7A7A-F80B-7F5646046E1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" t="6337" r="85692" b="65378"/>
          <a:stretch/>
        </p:blipFill>
        <p:spPr>
          <a:xfrm>
            <a:off x="6343751" y="1043748"/>
            <a:ext cx="1416503" cy="12518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17B692-C095-54D0-8B20-87687465E76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9" t="36344" r="85578" b="34552"/>
          <a:stretch/>
        </p:blipFill>
        <p:spPr>
          <a:xfrm>
            <a:off x="6337877" y="2790184"/>
            <a:ext cx="1416502" cy="12712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4799926-ECF6-15A1-292A-042C04A8B69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" t="66897" r="85590" b="1232"/>
          <a:stretch/>
        </p:blipFill>
        <p:spPr>
          <a:xfrm>
            <a:off x="6340576" y="4476703"/>
            <a:ext cx="1413525" cy="13891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C2A2F6-283E-B994-A05F-D4AF9756B95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0202" t="1434" r="1528"/>
          <a:stretch/>
        </p:blipFill>
        <p:spPr>
          <a:xfrm>
            <a:off x="7789453" y="807364"/>
            <a:ext cx="1436121" cy="17101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303C0C-D02B-4218-F4C3-1A623C2DC653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9601" t="4624" r="4104"/>
          <a:stretch/>
        </p:blipFill>
        <p:spPr>
          <a:xfrm>
            <a:off x="7801271" y="2557765"/>
            <a:ext cx="1369132" cy="17095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BB3C43B-FD66-86AC-2BAA-BA6880318B7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8336" t="4556"/>
          <a:stretch/>
        </p:blipFill>
        <p:spPr>
          <a:xfrm>
            <a:off x="7795473" y="4304890"/>
            <a:ext cx="1413524" cy="17101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BCDCEEC-0262-9F2F-B6EB-57B428A668BC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6642" r="83622" b="64148"/>
          <a:stretch/>
        </p:blipFill>
        <p:spPr>
          <a:xfrm>
            <a:off x="9240862" y="935587"/>
            <a:ext cx="1438119" cy="14536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A28E553-A417-7AC1-67F8-7525CE491D1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" t="36952" r="83712" b="33839"/>
          <a:stretch/>
        </p:blipFill>
        <p:spPr>
          <a:xfrm>
            <a:off x="9261996" y="2744266"/>
            <a:ext cx="1416985" cy="142729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8189882-D3D4-AC90-7535-344993F20D1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" t="69046" r="83616" b="1327"/>
          <a:stretch/>
        </p:blipFill>
        <p:spPr>
          <a:xfrm>
            <a:off x="9250369" y="4446989"/>
            <a:ext cx="1422851" cy="145369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457057C-A4BE-A38F-8C34-3D0B1558E888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50" t="8361" r="44057" b="58095"/>
          <a:stretch/>
        </p:blipFill>
        <p:spPr>
          <a:xfrm>
            <a:off x="10707215" y="807364"/>
            <a:ext cx="1422219" cy="171047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215B5A-7355-1378-D596-AB6164D9F556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3983" t="2122"/>
          <a:stretch/>
        </p:blipFill>
        <p:spPr>
          <a:xfrm>
            <a:off x="10712845" y="2712126"/>
            <a:ext cx="1416986" cy="155168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72A3114-8AA9-8B15-6350-692093A6DAD7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8977" t="5192"/>
          <a:stretch/>
        </p:blipFill>
        <p:spPr>
          <a:xfrm>
            <a:off x="10714103" y="4458101"/>
            <a:ext cx="1415273" cy="154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2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</TotalTime>
  <Words>28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Queensland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Benjamin Shields</dc:creator>
  <cp:lastModifiedBy>Benjamin Shields</cp:lastModifiedBy>
  <cp:revision>1</cp:revision>
  <dcterms:created xsi:type="dcterms:W3CDTF">2025-06-19T03:43:55Z</dcterms:created>
  <dcterms:modified xsi:type="dcterms:W3CDTF">2025-06-19T04:32:26Z</dcterms:modified>
</cp:coreProperties>
</file>